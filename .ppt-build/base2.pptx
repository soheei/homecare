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8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97" r:id="rId1"/>
  </p:sldMasterIdLst>
  <p:notesMasterIdLst>
    <p:notesMasterId r:id="rId19"/>
  </p:notesMasterIdLst>
  <p:sldIdLst>
    <p:sldId id="256" r:id="rId2"/>
    <p:sldId id="343" r:id="rId3"/>
    <p:sldId id="377" r:id="rId4"/>
    <p:sldId id="380" r:id="rId25"/>
    <p:sldId id="367" r:id="rId5"/>
    <p:sldId id="311" r:id="rId6"/>
    <p:sldId id="326" r:id="rId7"/>
    <p:sldId id="370" r:id="rId8"/>
    <p:sldId id="358" r:id="rId9"/>
    <p:sldId id="379" r:id="rId24"/>
    <p:sldId id="328" r:id="rId10"/>
    <p:sldId id="330" r:id="rId11"/>
    <p:sldId id="352" r:id="rId12"/>
    <p:sldId id="374" r:id="rId13"/>
    <p:sldId id="365" r:id="rId14"/>
    <p:sldId id="371" r:id="rId15"/>
    <p:sldId id="378" r:id="rId16"/>
    <p:sldId id="373" r:id="rId17"/>
    <p:sldId id="315" r:id="rId18"/>
  </p:sldIdLst>
  <p:sldSz cx="20104100" cy="11309350"/>
  <p:notesSz cx="20104100" cy="1130935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632" userDrawn="1">
          <p15:clr>
            <a:srgbClr val="A4A3A4"/>
          </p15:clr>
        </p15:guide>
        <p15:guide id="2" pos="215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E5E"/>
    <a:srgbClr val="0E5A78"/>
    <a:srgbClr val="27AE60"/>
    <a:srgbClr val="9E4466"/>
    <a:srgbClr val="F39C12"/>
    <a:srgbClr val="0F6E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737" autoAdjust="0"/>
  </p:normalViewPr>
  <p:slideViewPr>
    <p:cSldViewPr snapToGrid="0">
      <p:cViewPr varScale="1">
        <p:scale>
          <a:sx n="54" d="100"/>
          <a:sy n="54" d="100"/>
        </p:scale>
        <p:origin x="102" y="582"/>
      </p:cViewPr>
      <p:guideLst>
        <p:guide orient="horz" pos="2632"/>
        <p:guide pos="2159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  <Relationship Id="rId24" Type="http://schemas.openxmlformats.org/officeDocument/2006/relationships/slide" Target="slides/slide18.xml"/>
  <Relationship Id="rId25" Type="http://schemas.openxmlformats.org/officeDocument/2006/relationships/slide" Target="slides/slide19.xml"/>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8712200" cy="566738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11387138" y="0"/>
            <a:ext cx="8712200" cy="566738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Google Shape;5;n"/>
          <p:cNvSpPr>
            <a:spLocks noGrp="1" noRot="1" noChangeAspect="1" noTextEdit="1"/>
          </p:cNvSpPr>
          <p:nvPr>
            <p:ph type="sldImg" idx="3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742613"/>
            <a:ext cx="8712200" cy="566737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sz="120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‹#›</a:t>
            </a:fld>
            <a:endParaRPr sz="120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45" name="Google Shape;45;p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C0DF3A67-3C79-D37F-5A45-67F2C6B1D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>
            <a:extLst>
              <a:ext uri="{FF2B5EF4-FFF2-40B4-BE49-F238E27FC236}">
                <a16:creationId xmlns:a16="http://schemas.microsoft.com/office/drawing/2014/main" id="{E0572A4F-BB77-125D-16A3-E9104022D7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45" name="Google Shape;45;p1:notes">
            <a:extLst>
              <a:ext uri="{FF2B5EF4-FFF2-40B4-BE49-F238E27FC236}">
                <a16:creationId xmlns:a16="http://schemas.microsoft.com/office/drawing/2014/main" id="{03D2576C-16EE-63B7-23C6-885247A21B90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552486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9E2BB979-4E95-57B2-1B42-ED7C2F44A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>
            <a:extLst>
              <a:ext uri="{FF2B5EF4-FFF2-40B4-BE49-F238E27FC236}">
                <a16:creationId xmlns:a16="http://schemas.microsoft.com/office/drawing/2014/main" id="{A1409E15-6F7A-A44F-29F1-9D06B90B17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38" name="Google Shape;238;p11:notes">
            <a:extLst>
              <a:ext uri="{FF2B5EF4-FFF2-40B4-BE49-F238E27FC236}">
                <a16:creationId xmlns:a16="http://schemas.microsoft.com/office/drawing/2014/main" id="{2C4C680F-90BC-F9A8-ED40-66678DDF2D33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847011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30188F8F-D2E6-790A-6AAC-C3CBC2C01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>
            <a:extLst>
              <a:ext uri="{FF2B5EF4-FFF2-40B4-BE49-F238E27FC236}">
                <a16:creationId xmlns:a16="http://schemas.microsoft.com/office/drawing/2014/main" id="{69E6BADC-D397-77B0-8F1F-4EB79372A6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38" name="Google Shape;238;p11:notes">
            <a:extLst>
              <a:ext uri="{FF2B5EF4-FFF2-40B4-BE49-F238E27FC236}">
                <a16:creationId xmlns:a16="http://schemas.microsoft.com/office/drawing/2014/main" id="{9F2CB41A-7ED4-76B0-29D9-D15679592ACD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420620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/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38" name="Google Shape;238;p1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136471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05C212C1-8A0C-7C09-7FE2-FBAC68F22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>
            <a:extLst>
              <a:ext uri="{FF2B5EF4-FFF2-40B4-BE49-F238E27FC236}">
                <a16:creationId xmlns:a16="http://schemas.microsoft.com/office/drawing/2014/main" id="{1860AD7B-8482-AD5E-748B-935CCF9DA8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45" name="Google Shape;45;p1:notes">
            <a:extLst>
              <a:ext uri="{FF2B5EF4-FFF2-40B4-BE49-F238E27FC236}">
                <a16:creationId xmlns:a16="http://schemas.microsoft.com/office/drawing/2014/main" id="{99B88532-8134-76A6-BE2B-BBE511DF6801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726134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434325DD-CD14-BD2A-1E05-5C14E0625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>
            <a:extLst>
              <a:ext uri="{FF2B5EF4-FFF2-40B4-BE49-F238E27FC236}">
                <a16:creationId xmlns:a16="http://schemas.microsoft.com/office/drawing/2014/main" id="{5435EC19-DCD2-F27C-5AD4-3E76A52F25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38" name="Google Shape;238;p11:notes">
            <a:extLst>
              <a:ext uri="{FF2B5EF4-FFF2-40B4-BE49-F238E27FC236}">
                <a16:creationId xmlns:a16="http://schemas.microsoft.com/office/drawing/2014/main" id="{590B82ED-5E18-64AC-58BD-4451AE1649E3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331653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84936FEA-35EB-7E5A-0E3C-DC632373E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>
            <a:extLst>
              <a:ext uri="{FF2B5EF4-FFF2-40B4-BE49-F238E27FC236}">
                <a16:creationId xmlns:a16="http://schemas.microsoft.com/office/drawing/2014/main" id="{1552F011-EF9C-A618-3DAF-164FFCECDA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38" name="Google Shape;238;p11:notes">
            <a:extLst>
              <a:ext uri="{FF2B5EF4-FFF2-40B4-BE49-F238E27FC236}">
                <a16:creationId xmlns:a16="http://schemas.microsoft.com/office/drawing/2014/main" id="{9B2B99B6-F596-BC51-3D02-AA6DE8A3C285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14776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2A1E9A39-999D-40F5-7475-46D306B24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>
            <a:extLst>
              <a:ext uri="{FF2B5EF4-FFF2-40B4-BE49-F238E27FC236}">
                <a16:creationId xmlns:a16="http://schemas.microsoft.com/office/drawing/2014/main" id="{85818BFB-302A-86DF-5B28-338426D7E9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38" name="Google Shape;238;p11:notes">
            <a:extLst>
              <a:ext uri="{FF2B5EF4-FFF2-40B4-BE49-F238E27FC236}">
                <a16:creationId xmlns:a16="http://schemas.microsoft.com/office/drawing/2014/main" id="{36B723F7-6C13-4032-4091-DB7F3C67DADD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332168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D6DDFB51-B494-9A4B-5712-8C9D81328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>
            <a:extLst>
              <a:ext uri="{FF2B5EF4-FFF2-40B4-BE49-F238E27FC236}">
                <a16:creationId xmlns:a16="http://schemas.microsoft.com/office/drawing/2014/main" id="{E946259E-E76C-444C-83FB-8AB855DA3F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45" name="Google Shape;45;p1:notes">
            <a:extLst>
              <a:ext uri="{FF2B5EF4-FFF2-40B4-BE49-F238E27FC236}">
                <a16:creationId xmlns:a16="http://schemas.microsoft.com/office/drawing/2014/main" id="{9633335C-D328-28B5-3268-A04DE9CB05B7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58439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31ED8C7D-C320-B35D-7D2E-377FBD647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>
            <a:extLst>
              <a:ext uri="{FF2B5EF4-FFF2-40B4-BE49-F238E27FC236}">
                <a16:creationId xmlns:a16="http://schemas.microsoft.com/office/drawing/2014/main" id="{6788BFD5-000F-941C-A0BF-D44E57AC6E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 dirty="0"/>
          </a:p>
        </p:txBody>
      </p:sp>
      <p:sp>
        <p:nvSpPr>
          <p:cNvPr id="238" name="Google Shape;238;p11:notes">
            <a:extLst>
              <a:ext uri="{FF2B5EF4-FFF2-40B4-BE49-F238E27FC236}">
                <a16:creationId xmlns:a16="http://schemas.microsoft.com/office/drawing/2014/main" id="{B5A97E7C-10CF-A364-ADD3-A9A5A852EDAD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212206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3193B81D-EB73-9E4E-96DE-9915C049E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>
            <a:extLst>
              <a:ext uri="{FF2B5EF4-FFF2-40B4-BE49-F238E27FC236}">
                <a16:creationId xmlns:a16="http://schemas.microsoft.com/office/drawing/2014/main" id="{FF9AD070-BB56-4D47-04FB-7CC1171F3E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 dirty="0"/>
          </a:p>
        </p:txBody>
      </p:sp>
      <p:sp>
        <p:nvSpPr>
          <p:cNvPr id="238" name="Google Shape;238;p11:notes">
            <a:extLst>
              <a:ext uri="{FF2B5EF4-FFF2-40B4-BE49-F238E27FC236}">
                <a16:creationId xmlns:a16="http://schemas.microsoft.com/office/drawing/2014/main" id="{EAA4757E-E92B-4B23-059D-9B9E86797143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73952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65200037-BA57-8959-A95B-E866BB67F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>
            <a:extLst>
              <a:ext uri="{FF2B5EF4-FFF2-40B4-BE49-F238E27FC236}">
                <a16:creationId xmlns:a16="http://schemas.microsoft.com/office/drawing/2014/main" id="{57C86720-3884-A9BC-8BDC-12621A0993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 dirty="0"/>
          </a:p>
        </p:txBody>
      </p:sp>
      <p:sp>
        <p:nvSpPr>
          <p:cNvPr id="238" name="Google Shape;238;p11:notes">
            <a:extLst>
              <a:ext uri="{FF2B5EF4-FFF2-40B4-BE49-F238E27FC236}">
                <a16:creationId xmlns:a16="http://schemas.microsoft.com/office/drawing/2014/main" id="{8265F65C-9021-429C-A680-680CE5026C2F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865010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723FD0FA-3EFC-DD39-2936-BE6C4CB1D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>
            <a:extLst>
              <a:ext uri="{FF2B5EF4-FFF2-40B4-BE49-F238E27FC236}">
                <a16:creationId xmlns:a16="http://schemas.microsoft.com/office/drawing/2014/main" id="{7D8719D3-AED1-20A6-88FE-F8060DC9F0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 dirty="0"/>
          </a:p>
        </p:txBody>
      </p:sp>
      <p:sp>
        <p:nvSpPr>
          <p:cNvPr id="238" name="Google Shape;238;p11:notes">
            <a:extLst>
              <a:ext uri="{FF2B5EF4-FFF2-40B4-BE49-F238E27FC236}">
                <a16:creationId xmlns:a16="http://schemas.microsoft.com/office/drawing/2014/main" id="{A743E54C-036C-6E08-EFA1-C66CE60C56CF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137549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AA90F912-3CE2-CE95-361C-92EF3C4AD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>
            <a:extLst>
              <a:ext uri="{FF2B5EF4-FFF2-40B4-BE49-F238E27FC236}">
                <a16:creationId xmlns:a16="http://schemas.microsoft.com/office/drawing/2014/main" id="{D1BB9080-7DF3-A31D-09E7-D3CE92DE24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45" name="Google Shape;45;p1:notes">
            <a:extLst>
              <a:ext uri="{FF2B5EF4-FFF2-40B4-BE49-F238E27FC236}">
                <a16:creationId xmlns:a16="http://schemas.microsoft.com/office/drawing/2014/main" id="{BBDBA853-CEA5-5DFF-3D5A-7EEEFD78D8D7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725592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144747C9-2B0C-54ED-5188-F1AFA354C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>
            <a:extLst>
              <a:ext uri="{FF2B5EF4-FFF2-40B4-BE49-F238E27FC236}">
                <a16:creationId xmlns:a16="http://schemas.microsoft.com/office/drawing/2014/main" id="{7E29E179-7FFC-73C3-FC3A-0A432BB7CD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45" name="Google Shape;45;p1:notes">
            <a:extLst>
              <a:ext uri="{FF2B5EF4-FFF2-40B4-BE49-F238E27FC236}">
                <a16:creationId xmlns:a16="http://schemas.microsoft.com/office/drawing/2014/main" id="{F7CB3FF0-7E8F-3A2E-304A-E5C7FCA872C8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114716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0B118B06-14AC-4D6F-6F48-A50D9EA81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>
            <a:extLst>
              <a:ext uri="{FF2B5EF4-FFF2-40B4-BE49-F238E27FC236}">
                <a16:creationId xmlns:a16="http://schemas.microsoft.com/office/drawing/2014/main" id="{36E62115-D8A4-678E-C73C-A3A22B725D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45" name="Google Shape;45;p1:notes">
            <a:extLst>
              <a:ext uri="{FF2B5EF4-FFF2-40B4-BE49-F238E27FC236}">
                <a16:creationId xmlns:a16="http://schemas.microsoft.com/office/drawing/2014/main" id="{B1A77180-0157-126C-6596-EA4886FA5485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675266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4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4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6"/>
          <p:cNvSpPr txBox="1"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6"/>
          <p:cNvSpPr txBox="1"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6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6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6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7"/>
          <p:cNvSpPr txBox="1"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7"/>
          <p:cNvSpPr txBox="1">
            <a:spLocks noGrp="1"/>
          </p:cNvSpPr>
          <p:nvPr>
            <p:ph type="body" idx="1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7"/>
          <p:cNvSpPr txBox="1">
            <a:spLocks noGrp="1"/>
          </p:cNvSpPr>
          <p:nvPr>
            <p:ph type="body" idx="2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7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7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7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8"/>
          <p:cNvSpPr txBox="1"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8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8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homecare-9sr8.vercel.app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homecare-9sr8.vercel.app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"/>
          <p:cNvSpPr/>
          <p:nvPr/>
        </p:nvSpPr>
        <p:spPr>
          <a:xfrm>
            <a:off x="-395926" y="-273377"/>
            <a:ext cx="20767249" cy="11858919"/>
          </a:xfrm>
          <a:custGeom>
            <a:avLst/>
            <a:gdLst/>
            <a:ahLst/>
            <a:cxnLst/>
            <a:rect l="l" t="t" r="r" b="b"/>
            <a:pathLst>
              <a:path w="20104100" h="11308715" extrusionOk="0">
                <a:moveTo>
                  <a:pt x="20104100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100" y="11308556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0" name="Google Shape;50;p1"/>
          <p:cNvSpPr/>
          <p:nvPr/>
        </p:nvSpPr>
        <p:spPr>
          <a:xfrm>
            <a:off x="-1109" y="690304"/>
            <a:ext cx="2731135" cy="2731770"/>
          </a:xfrm>
          <a:custGeom>
            <a:avLst/>
            <a:gdLst/>
            <a:ahLst/>
            <a:cxnLst/>
            <a:rect l="l" t="t" r="r" b="b"/>
            <a:pathLst>
              <a:path w="2731135" h="2731770" extrusionOk="0">
                <a:moveTo>
                  <a:pt x="2730903" y="0"/>
                </a:moveTo>
                <a:lnTo>
                  <a:pt x="6408" y="0"/>
                </a:lnTo>
                <a:lnTo>
                  <a:pt x="0" y="6646"/>
                </a:lnTo>
                <a:lnTo>
                  <a:pt x="0" y="1820778"/>
                </a:lnTo>
                <a:lnTo>
                  <a:pt x="910137" y="1820778"/>
                </a:lnTo>
                <a:lnTo>
                  <a:pt x="910137" y="2731217"/>
                </a:lnTo>
                <a:lnTo>
                  <a:pt x="2725600" y="2731217"/>
                </a:lnTo>
                <a:lnTo>
                  <a:pt x="2730903" y="2726354"/>
                </a:lnTo>
                <a:lnTo>
                  <a:pt x="2730903" y="0"/>
                </a:lnTo>
                <a:close/>
              </a:path>
            </a:pathLst>
          </a:custGeom>
          <a:solidFill>
            <a:srgbClr val="202E5E"/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1" name="Google Shape;51;p1"/>
          <p:cNvSpPr/>
          <p:nvPr/>
        </p:nvSpPr>
        <p:spPr>
          <a:xfrm>
            <a:off x="5241" y="7871799"/>
            <a:ext cx="2714625" cy="2731770"/>
          </a:xfrm>
          <a:custGeom>
            <a:avLst/>
            <a:gdLst/>
            <a:ahLst/>
            <a:cxnLst/>
            <a:rect l="l" t="t" r="r" b="b"/>
            <a:pathLst>
              <a:path w="2714625" h="2731770" extrusionOk="0">
                <a:moveTo>
                  <a:pt x="2708950" y="0"/>
                </a:moveTo>
                <a:lnTo>
                  <a:pt x="0" y="0"/>
                </a:lnTo>
                <a:lnTo>
                  <a:pt x="0" y="2731217"/>
                </a:lnTo>
                <a:lnTo>
                  <a:pt x="2708485" y="2731217"/>
                </a:lnTo>
                <a:lnTo>
                  <a:pt x="2714102" y="2725286"/>
                </a:lnTo>
                <a:lnTo>
                  <a:pt x="2714102" y="1820778"/>
                </a:lnTo>
                <a:lnTo>
                  <a:pt x="1803688" y="1820778"/>
                </a:lnTo>
                <a:lnTo>
                  <a:pt x="1803688" y="910288"/>
                </a:lnTo>
                <a:lnTo>
                  <a:pt x="2714102" y="910288"/>
                </a:lnTo>
                <a:lnTo>
                  <a:pt x="2714102" y="5076"/>
                </a:lnTo>
                <a:lnTo>
                  <a:pt x="2708950" y="0"/>
                </a:lnTo>
                <a:close/>
              </a:path>
            </a:pathLst>
          </a:custGeom>
          <a:solidFill>
            <a:srgbClr val="202E5E"/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3" name="Google Shape;53;p1"/>
          <p:cNvSpPr txBox="1"/>
          <p:nvPr/>
        </p:nvSpPr>
        <p:spPr>
          <a:xfrm>
            <a:off x="4176397" y="8317441"/>
            <a:ext cx="14417095" cy="1938952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4000" b="1" dirty="0">
                <a:solidFill>
                  <a:schemeClr val="lt1"/>
                </a:solidFill>
                <a:latin typeface="KoPubWorld바탕체 Medium"/>
                <a:ea typeface="KoPubWorld바탕체 Medium"/>
                <a:cs typeface="KoPubWorld바탕체 Medium"/>
                <a:sym typeface="Calibri"/>
              </a:rPr>
              <a:t>알람</a:t>
            </a:r>
            <a:r>
              <a:rPr lang="en-US" altLang="ko-KR" sz="4000" b="1" dirty="0" err="1">
                <a:solidFill>
                  <a:schemeClr val="lt1"/>
                </a:solidFill>
                <a:latin typeface="KoPubWorld바탕체 Medium"/>
                <a:ea typeface="KoPubWorld바탕체 Medium"/>
                <a:cs typeface="KoPubWorld바탕체 Medium"/>
                <a:sym typeface="Calibri"/>
              </a:rPr>
              <a:t>i</a:t>
            </a:r>
            <a:endParaRPr lang="en-US" altLang="ko-KR" sz="4000" b="1" dirty="0">
              <a:solidFill>
                <a:schemeClr val="lt1"/>
              </a:solidFill>
              <a:latin typeface="KoPubWorld바탕체 Medium"/>
              <a:ea typeface="KoPubWorld바탕체 Medium"/>
              <a:cs typeface="KoPubWorld바탕체 Medium"/>
              <a:sym typeface="Calibri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4000" b="1" dirty="0">
                <a:solidFill>
                  <a:schemeClr val="lt1"/>
                </a:solidFill>
                <a:latin typeface="KoPubWorld바탕체 Medium"/>
                <a:ea typeface="KoPubWorld바탕체 Medium"/>
                <a:cs typeface="KoPubWorld바탕체 Medium"/>
                <a:sym typeface="Calibri"/>
              </a:rPr>
              <a:t>22101443 </a:t>
            </a:r>
            <a:r>
              <a:rPr lang="ko-KR" altLang="en-US" sz="4000" b="1" dirty="0" err="1">
                <a:solidFill>
                  <a:schemeClr val="lt1"/>
                </a:solidFill>
                <a:latin typeface="KoPubWorld바탕체 Medium"/>
                <a:ea typeface="KoPubWorld바탕체 Medium"/>
                <a:cs typeface="KoPubWorld바탕체 Medium"/>
                <a:sym typeface="Calibri"/>
              </a:rPr>
              <a:t>양소희</a:t>
            </a:r>
            <a:r>
              <a:rPr lang="ko-KR" altLang="en-US" sz="4000" b="1" dirty="0">
                <a:solidFill>
                  <a:schemeClr val="lt1"/>
                </a:solidFill>
                <a:latin typeface="KoPubWorld바탕체 Medium"/>
                <a:ea typeface="KoPubWorld바탕체 Medium"/>
                <a:cs typeface="KoPubWorld바탕체 Medium"/>
                <a:sym typeface="Calibri"/>
              </a:rPr>
              <a:t> 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4000" b="1" dirty="0">
                <a:solidFill>
                  <a:schemeClr val="lt1"/>
                </a:solidFill>
                <a:latin typeface="KoPubWorld바탕체 Medium"/>
                <a:ea typeface="KoPubWorld바탕체 Medium"/>
                <a:cs typeface="KoPubWorld바탕체 Medium"/>
                <a:sym typeface="Calibri"/>
              </a:rPr>
              <a:t>20101491 </a:t>
            </a:r>
            <a:r>
              <a:rPr lang="ko-KR" altLang="en-US" sz="4000" b="1" dirty="0">
                <a:solidFill>
                  <a:schemeClr val="lt1"/>
                </a:solidFill>
                <a:latin typeface="KoPubWorld바탕체 Medium"/>
                <a:ea typeface="KoPubWorld바탕체 Medium"/>
                <a:cs typeface="KoPubWorld바탕체 Medium"/>
                <a:sym typeface="Calibri"/>
              </a:rPr>
              <a:t>김태훈</a:t>
            </a:r>
          </a:p>
        </p:txBody>
      </p:sp>
      <p:sp>
        <p:nvSpPr>
          <p:cNvPr id="56" name="Google Shape;56;p1"/>
          <p:cNvSpPr/>
          <p:nvPr/>
        </p:nvSpPr>
        <p:spPr>
          <a:xfrm>
            <a:off x="-1109" y="4272576"/>
            <a:ext cx="2714625" cy="2731135"/>
          </a:xfrm>
          <a:custGeom>
            <a:avLst/>
            <a:gdLst/>
            <a:ahLst/>
            <a:cxnLst/>
            <a:rect l="l" t="t" r="r" b="b"/>
            <a:pathLst>
              <a:path w="2245995" h="2245359" extrusionOk="0">
                <a:moveTo>
                  <a:pt x="2239910" y="0"/>
                </a:moveTo>
                <a:lnTo>
                  <a:pt x="2233427" y="0"/>
                </a:lnTo>
                <a:lnTo>
                  <a:pt x="5340" y="0"/>
                </a:lnTo>
                <a:lnTo>
                  <a:pt x="0" y="5490"/>
                </a:lnTo>
                <a:lnTo>
                  <a:pt x="0" y="2245263"/>
                </a:lnTo>
                <a:lnTo>
                  <a:pt x="583471" y="2245263"/>
                </a:lnTo>
                <a:lnTo>
                  <a:pt x="1122726" y="1496813"/>
                </a:lnTo>
                <a:lnTo>
                  <a:pt x="1662169" y="2245263"/>
                </a:lnTo>
                <a:lnTo>
                  <a:pt x="2245401" y="2245263"/>
                </a:lnTo>
                <a:lnTo>
                  <a:pt x="2245401" y="5490"/>
                </a:lnTo>
                <a:lnTo>
                  <a:pt x="2239910" y="0"/>
                </a:lnTo>
                <a:close/>
              </a:path>
            </a:pathLst>
          </a:custGeom>
          <a:solidFill>
            <a:srgbClr val="202E5E">
              <a:alpha val="98000"/>
            </a:srgbClr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" name="직사각형 1"/>
          <p:cNvSpPr/>
          <p:nvPr/>
        </p:nvSpPr>
        <p:spPr>
          <a:xfrm>
            <a:off x="18973800" y="8321040"/>
            <a:ext cx="152400" cy="18994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1" lang="ko-Kore-KR" altLang="en-US"/>
          </a:p>
        </p:txBody>
      </p:sp>
      <p:sp>
        <p:nvSpPr>
          <p:cNvPr id="17" name="Google Shape;53;p1"/>
          <p:cNvSpPr txBox="1"/>
          <p:nvPr/>
        </p:nvSpPr>
        <p:spPr>
          <a:xfrm>
            <a:off x="4176397" y="3687512"/>
            <a:ext cx="11751304" cy="3693278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16600" b="1" dirty="0">
                <a:solidFill>
                  <a:schemeClr val="lt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</a:rPr>
              <a:t>HOME-TALK</a:t>
            </a:r>
          </a:p>
          <a:p>
            <a:pPr algn="ctr">
              <a:defRPr/>
            </a:pPr>
            <a:r>
              <a:rPr lang="en-US" altLang="ko-KR" sz="4400" b="1" dirty="0">
                <a:solidFill>
                  <a:schemeClr val="lt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</a:rPr>
              <a:t>MCP &amp;</a:t>
            </a:r>
            <a:r>
              <a:rPr lang="ko-KR" altLang="en-US" sz="4400" b="1" dirty="0">
                <a:solidFill>
                  <a:schemeClr val="lt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</a:rPr>
              <a:t> </a:t>
            </a:r>
            <a:r>
              <a:rPr lang="en-US" altLang="ko-KR" sz="4400" b="1" dirty="0">
                <a:solidFill>
                  <a:schemeClr val="lt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</a:rPr>
              <a:t>LLM </a:t>
            </a:r>
            <a:r>
              <a:rPr lang="ko-KR" altLang="en-US" sz="4400" b="1" dirty="0">
                <a:solidFill>
                  <a:schemeClr val="lt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</a:rPr>
              <a:t>기반</a:t>
            </a:r>
            <a:r>
              <a:rPr lang="en-US" altLang="ko-KR" sz="4400" b="1" dirty="0">
                <a:solidFill>
                  <a:schemeClr val="lt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</a:rPr>
              <a:t> </a:t>
            </a:r>
            <a:r>
              <a:rPr lang="ko-KR" altLang="en-US" sz="4400" b="1" dirty="0">
                <a:solidFill>
                  <a:schemeClr val="lt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</a:rPr>
              <a:t>지능형 홈 모니터링 시스템</a:t>
            </a:r>
            <a:endParaRPr lang="en-US" altLang="ko-KR" sz="4400" b="1" dirty="0">
              <a:solidFill>
                <a:schemeClr val="lt1"/>
              </a:solidFill>
              <a:latin typeface="KoPubWorld바탕체 Bold"/>
              <a:ea typeface="KoPubWorld바탕체 Bold"/>
              <a:cs typeface="KoPubWorld바탕체 Bold"/>
              <a:sym typeface="NanumGothic ExtraBold"/>
            </a:endParaRPr>
          </a:p>
          <a:p>
            <a:pPr algn="ctr">
              <a:defRPr/>
            </a:pPr>
            <a:r>
              <a:rPr lang="ko-KR" altLang="en-US" sz="2400" b="1" dirty="0">
                <a:solidFill>
                  <a:schemeClr val="lt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</a:rPr>
              <a:t>“보이지 않는 순간에도</a:t>
            </a:r>
            <a:r>
              <a:rPr lang="en-US" altLang="ko-KR" sz="2400" b="1" dirty="0">
                <a:solidFill>
                  <a:schemeClr val="lt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</a:rPr>
              <a:t>, </a:t>
            </a:r>
            <a:r>
              <a:rPr lang="ko-KR" altLang="en-US" sz="2400" b="1" dirty="0">
                <a:solidFill>
                  <a:schemeClr val="lt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</a:rPr>
              <a:t>집 안의 중요한 변화를 감지하다</a:t>
            </a:r>
            <a:r>
              <a:rPr lang="en-US" altLang="ko-KR" sz="2400" b="1" dirty="0">
                <a:solidFill>
                  <a:schemeClr val="lt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</a:rPr>
              <a:t>.”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86F013A-DAB9-5E40-A0B4-9EFFC1B3B8E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470FB-B6D5-C8B3-19E9-7B7B7DA49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">
            <a:extLst>
              <a:ext uri="{FF2B5EF4-FFF2-40B4-BE49-F238E27FC236}">
                <a16:creationId xmlns:a16="http://schemas.microsoft.com/office/drawing/2014/main" id="{65B0CD4A-F672-112A-FF47-E959F934B7E0}"/>
              </a:ext>
            </a:extLst>
          </p:cNvPr>
          <p:cNvSpPr/>
          <p:nvPr/>
        </p:nvSpPr>
        <p:spPr>
          <a:xfrm>
            <a:off x="-2" y="3682350"/>
            <a:ext cx="20104100" cy="3535052"/>
          </a:xfrm>
          <a:custGeom>
            <a:avLst/>
            <a:gdLst/>
            <a:ahLst/>
            <a:cxnLst/>
            <a:rect l="l" t="t" r="r" b="b"/>
            <a:pathLst>
              <a:path w="20104100" h="11308715" extrusionOk="0">
                <a:moveTo>
                  <a:pt x="20104100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100" y="11308556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0" name="Google Shape;50;p1">
            <a:extLst>
              <a:ext uri="{FF2B5EF4-FFF2-40B4-BE49-F238E27FC236}">
                <a16:creationId xmlns:a16="http://schemas.microsoft.com/office/drawing/2014/main" id="{78B0C5EB-46B8-798A-05F0-70138B8560EB}"/>
              </a:ext>
            </a:extLst>
          </p:cNvPr>
          <p:cNvSpPr/>
          <p:nvPr/>
        </p:nvSpPr>
        <p:spPr>
          <a:xfrm>
            <a:off x="83735" y="3850384"/>
            <a:ext cx="872907" cy="939209"/>
          </a:xfrm>
          <a:custGeom>
            <a:avLst/>
            <a:gdLst/>
            <a:ahLst/>
            <a:cxnLst/>
            <a:rect l="l" t="t" r="r" b="b"/>
            <a:pathLst>
              <a:path w="2731135" h="2731770" extrusionOk="0">
                <a:moveTo>
                  <a:pt x="2730903" y="0"/>
                </a:moveTo>
                <a:lnTo>
                  <a:pt x="6408" y="0"/>
                </a:lnTo>
                <a:lnTo>
                  <a:pt x="0" y="6646"/>
                </a:lnTo>
                <a:lnTo>
                  <a:pt x="0" y="1820778"/>
                </a:lnTo>
                <a:lnTo>
                  <a:pt x="910137" y="1820778"/>
                </a:lnTo>
                <a:lnTo>
                  <a:pt x="910137" y="2731217"/>
                </a:lnTo>
                <a:lnTo>
                  <a:pt x="2725600" y="2731217"/>
                </a:lnTo>
                <a:lnTo>
                  <a:pt x="2730903" y="2726354"/>
                </a:lnTo>
                <a:lnTo>
                  <a:pt x="2730903" y="0"/>
                </a:lnTo>
                <a:close/>
              </a:path>
            </a:pathLst>
          </a:custGeom>
          <a:solidFill>
            <a:srgbClr val="202E5E"/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1" name="Google Shape;51;p1">
            <a:extLst>
              <a:ext uri="{FF2B5EF4-FFF2-40B4-BE49-F238E27FC236}">
                <a16:creationId xmlns:a16="http://schemas.microsoft.com/office/drawing/2014/main" id="{366EE2B4-4AB6-B6E5-B194-1B919FA12251}"/>
              </a:ext>
            </a:extLst>
          </p:cNvPr>
          <p:cNvSpPr/>
          <p:nvPr/>
        </p:nvSpPr>
        <p:spPr>
          <a:xfrm>
            <a:off x="83735" y="6089284"/>
            <a:ext cx="868373" cy="940012"/>
          </a:xfrm>
          <a:custGeom>
            <a:avLst/>
            <a:gdLst/>
            <a:ahLst/>
            <a:cxnLst/>
            <a:rect l="l" t="t" r="r" b="b"/>
            <a:pathLst>
              <a:path w="2714625" h="2731770" extrusionOk="0">
                <a:moveTo>
                  <a:pt x="2708950" y="0"/>
                </a:moveTo>
                <a:lnTo>
                  <a:pt x="0" y="0"/>
                </a:lnTo>
                <a:lnTo>
                  <a:pt x="0" y="2731217"/>
                </a:lnTo>
                <a:lnTo>
                  <a:pt x="2708485" y="2731217"/>
                </a:lnTo>
                <a:lnTo>
                  <a:pt x="2714102" y="2725286"/>
                </a:lnTo>
                <a:lnTo>
                  <a:pt x="2714102" y="1820778"/>
                </a:lnTo>
                <a:lnTo>
                  <a:pt x="1803688" y="1820778"/>
                </a:lnTo>
                <a:lnTo>
                  <a:pt x="1803688" y="910288"/>
                </a:lnTo>
                <a:lnTo>
                  <a:pt x="2714102" y="910288"/>
                </a:lnTo>
                <a:lnTo>
                  <a:pt x="2714102" y="5076"/>
                </a:lnTo>
                <a:lnTo>
                  <a:pt x="2708950" y="0"/>
                </a:lnTo>
                <a:close/>
              </a:path>
            </a:pathLst>
          </a:custGeom>
          <a:solidFill>
            <a:srgbClr val="202E5E"/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6" name="Google Shape;56;p1">
            <a:extLst>
              <a:ext uri="{FF2B5EF4-FFF2-40B4-BE49-F238E27FC236}">
                <a16:creationId xmlns:a16="http://schemas.microsoft.com/office/drawing/2014/main" id="{0137B339-EFF2-17ED-11F5-89B5F4B2C6EC}"/>
              </a:ext>
            </a:extLst>
          </p:cNvPr>
          <p:cNvSpPr/>
          <p:nvPr/>
        </p:nvSpPr>
        <p:spPr>
          <a:xfrm>
            <a:off x="83735" y="4967088"/>
            <a:ext cx="872907" cy="944701"/>
          </a:xfrm>
          <a:custGeom>
            <a:avLst/>
            <a:gdLst/>
            <a:ahLst/>
            <a:cxnLst/>
            <a:rect l="l" t="t" r="r" b="b"/>
            <a:pathLst>
              <a:path w="2245995" h="2245359" extrusionOk="0">
                <a:moveTo>
                  <a:pt x="2239910" y="0"/>
                </a:moveTo>
                <a:lnTo>
                  <a:pt x="2233427" y="0"/>
                </a:lnTo>
                <a:lnTo>
                  <a:pt x="5340" y="0"/>
                </a:lnTo>
                <a:lnTo>
                  <a:pt x="0" y="5490"/>
                </a:lnTo>
                <a:lnTo>
                  <a:pt x="0" y="2245263"/>
                </a:lnTo>
                <a:lnTo>
                  <a:pt x="583471" y="2245263"/>
                </a:lnTo>
                <a:lnTo>
                  <a:pt x="1122726" y="1496813"/>
                </a:lnTo>
                <a:lnTo>
                  <a:pt x="1662169" y="2245263"/>
                </a:lnTo>
                <a:lnTo>
                  <a:pt x="2245401" y="2245263"/>
                </a:lnTo>
                <a:lnTo>
                  <a:pt x="2245401" y="5490"/>
                </a:lnTo>
                <a:lnTo>
                  <a:pt x="2239910" y="0"/>
                </a:lnTo>
                <a:close/>
              </a:path>
            </a:pathLst>
          </a:custGeom>
          <a:solidFill>
            <a:srgbClr val="202E5E">
              <a:alpha val="98000"/>
            </a:srgbClr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17" name="Google Shape;53;p1">
            <a:extLst>
              <a:ext uri="{FF2B5EF4-FFF2-40B4-BE49-F238E27FC236}">
                <a16:creationId xmlns:a16="http://schemas.microsoft.com/office/drawing/2014/main" id="{D881C9C4-54BA-A844-5ED8-271653F78647}"/>
              </a:ext>
            </a:extLst>
          </p:cNvPr>
          <p:cNvSpPr txBox="1"/>
          <p:nvPr/>
        </p:nvSpPr>
        <p:spPr>
          <a:xfrm>
            <a:off x="4176396" y="4654628"/>
            <a:ext cx="11751304" cy="156962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9600" b="1" dirty="0">
                <a:solidFill>
                  <a:schemeClr val="lt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</a:rPr>
              <a:t>Introduction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C62054B-C1FF-EFC5-4202-4839548A890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903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7252C-C0E3-4E25-924B-562138260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">
            <a:extLst>
              <a:ext uri="{FF2B5EF4-FFF2-40B4-BE49-F238E27FC236}">
                <a16:creationId xmlns:a16="http://schemas.microsoft.com/office/drawing/2014/main" id="{DE339870-3772-7249-7284-98E8D757ACB2}"/>
              </a:ext>
            </a:extLst>
          </p:cNvPr>
          <p:cNvSpPr/>
          <p:nvPr/>
        </p:nvSpPr>
        <p:spPr>
          <a:xfrm>
            <a:off x="0" y="0"/>
            <a:ext cx="20104100" cy="638810"/>
          </a:xfrm>
          <a:custGeom>
            <a:avLst/>
            <a:gdLst/>
            <a:ahLst/>
            <a:cxnLst/>
            <a:rect l="l" t="t" r="r" b="b"/>
            <a:pathLst>
              <a:path w="20104100" h="638810" extrusionOk="0">
                <a:moveTo>
                  <a:pt x="20104100" y="0"/>
                </a:moveTo>
                <a:lnTo>
                  <a:pt x="0" y="0"/>
                </a:lnTo>
                <a:lnTo>
                  <a:pt x="0" y="638757"/>
                </a:lnTo>
                <a:lnTo>
                  <a:pt x="20104100" y="638757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3" name="Google Shape;243;p11">
            <a:extLst>
              <a:ext uri="{FF2B5EF4-FFF2-40B4-BE49-F238E27FC236}">
                <a16:creationId xmlns:a16="http://schemas.microsoft.com/office/drawing/2014/main" id="{EB72A3AF-4F1A-0F8B-8C16-204D61662C15}"/>
              </a:ext>
            </a:extLst>
          </p:cNvPr>
          <p:cNvSpPr/>
          <p:nvPr/>
        </p:nvSpPr>
        <p:spPr>
          <a:xfrm>
            <a:off x="3788697" y="2398027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5" name="Google Shape;245;p11">
            <a:extLst>
              <a:ext uri="{FF2B5EF4-FFF2-40B4-BE49-F238E27FC236}">
                <a16:creationId xmlns:a16="http://schemas.microsoft.com/office/drawing/2014/main" id="{6692E2FA-1EB1-154C-AF00-3E74C51C5259}"/>
              </a:ext>
            </a:extLst>
          </p:cNvPr>
          <p:cNvSpPr/>
          <p:nvPr/>
        </p:nvSpPr>
        <p:spPr>
          <a:xfrm>
            <a:off x="3628442" y="10291190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grpSp>
        <p:nvGrpSpPr>
          <p:cNvPr id="247" name="Google Shape;247;p11">
            <a:extLst>
              <a:ext uri="{FF2B5EF4-FFF2-40B4-BE49-F238E27FC236}">
                <a16:creationId xmlns:a16="http://schemas.microsoft.com/office/drawing/2014/main" id="{9D4F4D1A-887F-7F2E-C025-51A4B2F6BEB1}"/>
              </a:ext>
            </a:extLst>
          </p:cNvPr>
          <p:cNvGrpSpPr/>
          <p:nvPr/>
        </p:nvGrpSpPr>
        <p:grpSpPr>
          <a:xfrm>
            <a:off x="0" y="11183232"/>
            <a:ext cx="20104644" cy="125730"/>
            <a:chOff x="0" y="11183232"/>
            <a:chExt cx="20104644" cy="125730"/>
          </a:xfrm>
        </p:grpSpPr>
        <p:sp>
          <p:nvSpPr>
            <p:cNvPr id="248" name="Google Shape;248;p11">
              <a:extLst>
                <a:ext uri="{FF2B5EF4-FFF2-40B4-BE49-F238E27FC236}">
                  <a16:creationId xmlns:a16="http://schemas.microsoft.com/office/drawing/2014/main" id="{78FFF49A-206A-B355-E25F-06F663C884CF}"/>
                </a:ext>
              </a:extLst>
            </p:cNvPr>
            <p:cNvSpPr/>
            <p:nvPr/>
          </p:nvSpPr>
          <p:spPr>
            <a:xfrm>
              <a:off x="0" y="11183232"/>
              <a:ext cx="15770225" cy="125730"/>
            </a:xfrm>
            <a:custGeom>
              <a:avLst/>
              <a:gdLst/>
              <a:ahLst/>
              <a:cxnLst/>
              <a:rect l="l" t="t" r="r" b="b"/>
              <a:pathLst>
                <a:path w="15770225" h="125729" extrusionOk="0">
                  <a:moveTo>
                    <a:pt x="0" y="125323"/>
                  </a:moveTo>
                  <a:lnTo>
                    <a:pt x="15770133" y="125323"/>
                  </a:lnTo>
                  <a:lnTo>
                    <a:pt x="15770133" y="0"/>
                  </a:lnTo>
                  <a:lnTo>
                    <a:pt x="0" y="0"/>
                  </a:lnTo>
                  <a:lnTo>
                    <a:pt x="0" y="125323"/>
                  </a:lnTo>
                  <a:close/>
                </a:path>
              </a:pathLst>
            </a:custGeom>
            <a:solidFill>
              <a:srgbClr val="202E5E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  <p:sp>
          <p:nvSpPr>
            <p:cNvPr id="249" name="Google Shape;249;p11">
              <a:extLst>
                <a:ext uri="{FF2B5EF4-FFF2-40B4-BE49-F238E27FC236}">
                  <a16:creationId xmlns:a16="http://schemas.microsoft.com/office/drawing/2014/main" id="{FDD60FD3-CCCB-A388-12BA-9390018F0D5A}"/>
                </a:ext>
              </a:extLst>
            </p:cNvPr>
            <p:cNvSpPr/>
            <p:nvPr/>
          </p:nvSpPr>
          <p:spPr>
            <a:xfrm>
              <a:off x="15770133" y="11183609"/>
              <a:ext cx="4334510" cy="125095"/>
            </a:xfrm>
            <a:custGeom>
              <a:avLst/>
              <a:gdLst/>
              <a:ahLst/>
              <a:cxnLst/>
              <a:rect l="l" t="t" r="r" b="b"/>
              <a:pathLst>
                <a:path w="4334509" h="125095" extrusionOk="0">
                  <a:moveTo>
                    <a:pt x="0" y="124946"/>
                  </a:moveTo>
                  <a:lnTo>
                    <a:pt x="0" y="0"/>
                  </a:lnTo>
                  <a:lnTo>
                    <a:pt x="4333965" y="0"/>
                  </a:lnTo>
                  <a:lnTo>
                    <a:pt x="4333965" y="124946"/>
                  </a:lnTo>
                  <a:lnTo>
                    <a:pt x="0" y="124946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</p:grpSp>
      <p:sp>
        <p:nvSpPr>
          <p:cNvPr id="15" name="Google Shape;250;p11">
            <a:extLst>
              <a:ext uri="{FF2B5EF4-FFF2-40B4-BE49-F238E27FC236}">
                <a16:creationId xmlns:a16="http://schemas.microsoft.com/office/drawing/2014/main" id="{5885E43A-13A0-E828-A0C4-B28E36FE638E}"/>
              </a:ext>
            </a:extLst>
          </p:cNvPr>
          <p:cNvSpPr txBox="1"/>
          <p:nvPr/>
        </p:nvSpPr>
        <p:spPr>
          <a:xfrm>
            <a:off x="3788697" y="1332639"/>
            <a:ext cx="13812747" cy="830956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lvl="0">
              <a:defRPr/>
            </a:pPr>
            <a:r>
              <a:rPr lang="ko-KR" altLang="en-US" sz="48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프로젝트 개요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D4B306D-A57E-4098-CD97-181CEFC99D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pic>
        <p:nvPicPr>
          <p:cNvPr id="6" name="Google Shape;246;p11">
            <a:extLst>
              <a:ext uri="{FF2B5EF4-FFF2-40B4-BE49-F238E27FC236}">
                <a16:creationId xmlns:a16="http://schemas.microsoft.com/office/drawing/2014/main" id="{6C973EBA-D708-F4F7-E136-423AB0390FA7}"/>
              </a:ext>
            </a:extLst>
          </p:cNvPr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16544767" y="10517438"/>
            <a:ext cx="2113354" cy="29679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2;p11">
            <a:extLst>
              <a:ext uri="{FF2B5EF4-FFF2-40B4-BE49-F238E27FC236}">
                <a16:creationId xmlns:a16="http://schemas.microsoft.com/office/drawing/2014/main" id="{ED483191-6A3A-612F-FE7B-8DE068CF63DE}"/>
              </a:ext>
            </a:extLst>
          </p:cNvPr>
          <p:cNvSpPr/>
          <p:nvPr/>
        </p:nvSpPr>
        <p:spPr>
          <a:xfrm>
            <a:off x="970895" y="1072291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6" name="Google Shape;244;p11">
            <a:extLst>
              <a:ext uri="{FF2B5EF4-FFF2-40B4-BE49-F238E27FC236}">
                <a16:creationId xmlns:a16="http://schemas.microsoft.com/office/drawing/2014/main" id="{042DBA20-F275-4273-6215-D1800F8A3337}"/>
              </a:ext>
            </a:extLst>
          </p:cNvPr>
          <p:cNvSpPr/>
          <p:nvPr/>
        </p:nvSpPr>
        <p:spPr>
          <a:xfrm>
            <a:off x="970895" y="2831510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8" name="Google Shape;250;p11">
            <a:extLst>
              <a:ext uri="{FF2B5EF4-FFF2-40B4-BE49-F238E27FC236}">
                <a16:creationId xmlns:a16="http://schemas.microsoft.com/office/drawing/2014/main" id="{722B767E-E31F-1A39-3EC6-D2669B1B4CB4}"/>
              </a:ext>
            </a:extLst>
          </p:cNvPr>
          <p:cNvSpPr txBox="1"/>
          <p:nvPr/>
        </p:nvSpPr>
        <p:spPr>
          <a:xfrm>
            <a:off x="970895" y="1382405"/>
            <a:ext cx="1823084" cy="1015622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60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I1</a:t>
            </a:r>
            <a:endParaRPr sz="6000" b="1" dirty="0">
              <a:solidFill>
                <a:srgbClr val="202E5E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KoPubWorld바탕체 Medium"/>
              <a:sym typeface="NanumGothic ExtraBold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5D1CA09-2E80-11D9-43FD-6DFD70E497C3}"/>
              </a:ext>
            </a:extLst>
          </p:cNvPr>
          <p:cNvSpPr/>
          <p:nvPr/>
        </p:nvSpPr>
        <p:spPr>
          <a:xfrm>
            <a:off x="970895" y="7959603"/>
            <a:ext cx="8220627" cy="2277454"/>
          </a:xfrm>
          <a:prstGeom prst="roundRect">
            <a:avLst>
              <a:gd name="adj" fmla="val 5205"/>
            </a:avLst>
          </a:pr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/>
          <a:lstStyle/>
          <a:p>
            <a:endParaRPr lang="ko-KR" altLang="en-US" sz="4894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CA87793E-1705-131D-7E88-6F7F0F610D79}"/>
              </a:ext>
            </a:extLst>
          </p:cNvPr>
          <p:cNvSpPr/>
          <p:nvPr/>
        </p:nvSpPr>
        <p:spPr>
          <a:xfrm>
            <a:off x="1509641" y="8219239"/>
            <a:ext cx="6967118" cy="469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364"/>
              </a:lnSpc>
            </a:pPr>
            <a:r>
              <a:rPr lang="en-US" sz="2803" b="1" dirty="0">
                <a:solidFill>
                  <a:srgbClr val="B83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방식의 한계</a:t>
            </a:r>
            <a:endParaRPr lang="en-US" sz="2803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F0AF1A16-A774-D089-E38B-AA0CE79500AC}"/>
              </a:ext>
            </a:extLst>
          </p:cNvPr>
          <p:cNvSpPr/>
          <p:nvPr/>
        </p:nvSpPr>
        <p:spPr>
          <a:xfrm>
            <a:off x="1509641" y="8714324"/>
            <a:ext cx="6846493" cy="13454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10784" indent="-310784">
              <a:lnSpc>
                <a:spcPts val="3463"/>
              </a:lnSpc>
              <a:buSzPct val="100000"/>
              <a:buChar char="•"/>
            </a:pPr>
            <a:r>
              <a:rPr lang="en-US" sz="2000" dirty="0">
                <a:solidFill>
                  <a:srgbClr val="3A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장시간 홈캠 영상을 직접 확인해야 함</a:t>
            </a:r>
            <a:endParaRPr lang="en-US" sz="2000" dirty="0"/>
          </a:p>
          <a:p>
            <a:pPr marL="310784" indent="-310784">
              <a:lnSpc>
                <a:spcPts val="3463"/>
              </a:lnSpc>
              <a:buSzPct val="100000"/>
              <a:buChar char="•"/>
            </a:pPr>
            <a:r>
              <a:rPr lang="en-US" sz="2000" dirty="0">
                <a:solidFill>
                  <a:srgbClr val="3A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중요한 상황을 즉시 파악하기 어려움</a:t>
            </a:r>
            <a:endParaRPr lang="en-US" sz="2000" dirty="0"/>
          </a:p>
          <a:p>
            <a:pPr marL="310784" indent="-310784">
              <a:lnSpc>
                <a:spcPts val="3463"/>
              </a:lnSpc>
              <a:buSzPct val="100000"/>
              <a:buChar char="•"/>
            </a:pPr>
            <a:r>
              <a:rPr lang="en-US" sz="2000" dirty="0">
                <a:solidFill>
                  <a:srgbClr val="3A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영상 저장을 넘어, 상황을 자동으로 판단하는 기능이 필요</a:t>
            </a:r>
            <a:endParaRPr lang="en-US" sz="2000" dirty="0"/>
          </a:p>
        </p:txBody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6306356B-6BA0-6563-7078-4AE12643604C}"/>
              </a:ext>
            </a:extLst>
          </p:cNvPr>
          <p:cNvSpPr/>
          <p:nvPr/>
        </p:nvSpPr>
        <p:spPr>
          <a:xfrm>
            <a:off x="1036948" y="6684144"/>
            <a:ext cx="5344998" cy="1209685"/>
          </a:xfrm>
          <a:prstGeom prst="roundRect">
            <a:avLst>
              <a:gd name="adj" fmla="val 5161"/>
            </a:avLst>
          </a:prstGeom>
          <a:solidFill>
            <a:schemeClr val="accent1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ko-KR" altLang="en-US" sz="4894"/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5DD488F7-4A99-627C-A489-DE78C89FE7B4}"/>
              </a:ext>
            </a:extLst>
          </p:cNvPr>
          <p:cNvSpPr/>
          <p:nvPr/>
        </p:nvSpPr>
        <p:spPr>
          <a:xfrm>
            <a:off x="1362496" y="6879091"/>
            <a:ext cx="4531892" cy="1014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710"/>
              </a:lnSpc>
            </a:pPr>
            <a:r>
              <a:rPr lang="ko-KR" altLang="en-US" sz="2800" b="1" dirty="0">
                <a:solidFill>
                  <a:schemeClr val="accent1">
                    <a:lumMod val="75000"/>
                  </a:scheme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고령 가구 및 독거 노인 증가</a:t>
            </a:r>
            <a:endParaRPr lang="en-US" altLang="ko-KR" sz="2800" b="1" dirty="0">
              <a:solidFill>
                <a:schemeClr val="accent1">
                  <a:lumMod val="75000"/>
                </a:schemeClr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>
              <a:lnSpc>
                <a:spcPts val="3710"/>
              </a:lnSpc>
            </a:pPr>
            <a:r>
              <a:rPr lang="ko-KR" altLang="en-US" sz="2000" dirty="0">
                <a:solidFill>
                  <a:schemeClr val="accent1">
                    <a:lumMod val="75000"/>
                  </a:scheme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응급 상황 발생 시 신속한 인지의 어려움</a:t>
            </a:r>
            <a:endParaRPr lang="en-US" altLang="ko-KR" sz="2000" dirty="0">
              <a:solidFill>
                <a:schemeClr val="accent1">
                  <a:lumMod val="75000"/>
                </a:schemeClr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CFF3B1F-3C1F-BF9B-9924-6EEB6ADC6E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895" y="2933193"/>
            <a:ext cx="5482469" cy="365497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43E83D5-590E-F2FC-D0DA-C51DC0F58C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3364" y="2933193"/>
            <a:ext cx="5482469" cy="3653551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B8C53857-DD1C-356F-F5E5-BD97EB4CD2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51492" y="2928863"/>
            <a:ext cx="6553761" cy="3656998"/>
          </a:xfrm>
          <a:prstGeom prst="rect">
            <a:avLst/>
          </a:prstGeom>
        </p:spPr>
      </p:pic>
      <p:sp>
        <p:nvSpPr>
          <p:cNvPr id="34" name="Shape 5">
            <a:extLst>
              <a:ext uri="{FF2B5EF4-FFF2-40B4-BE49-F238E27FC236}">
                <a16:creationId xmlns:a16="http://schemas.microsoft.com/office/drawing/2014/main" id="{AE6E09C5-CA5D-97A0-696B-FDFC20CDF23D}"/>
              </a:ext>
            </a:extLst>
          </p:cNvPr>
          <p:cNvSpPr/>
          <p:nvPr/>
        </p:nvSpPr>
        <p:spPr>
          <a:xfrm>
            <a:off x="6590835" y="6684144"/>
            <a:ext cx="5070122" cy="1209685"/>
          </a:xfrm>
          <a:prstGeom prst="roundRect">
            <a:avLst>
              <a:gd name="adj" fmla="val 5161"/>
            </a:avLst>
          </a:prstGeom>
          <a:solidFill>
            <a:schemeClr val="accent1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ko-KR" altLang="en-US" sz="4894"/>
          </a:p>
        </p:txBody>
      </p:sp>
      <p:sp>
        <p:nvSpPr>
          <p:cNvPr id="36" name="Text 7">
            <a:extLst>
              <a:ext uri="{FF2B5EF4-FFF2-40B4-BE49-F238E27FC236}">
                <a16:creationId xmlns:a16="http://schemas.microsoft.com/office/drawing/2014/main" id="{44FEA196-4951-EEBC-82D8-4EC387C8215E}"/>
              </a:ext>
            </a:extLst>
          </p:cNvPr>
          <p:cNvSpPr/>
          <p:nvPr/>
        </p:nvSpPr>
        <p:spPr>
          <a:xfrm>
            <a:off x="6859950" y="6879091"/>
            <a:ext cx="4531892" cy="1014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710"/>
              </a:lnSpc>
            </a:pPr>
            <a:r>
              <a:rPr lang="ko-KR" altLang="en-US" sz="2800" b="1" dirty="0">
                <a:solidFill>
                  <a:schemeClr val="accent1">
                    <a:lumMod val="75000"/>
                  </a:scheme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맞벌이 가구 증가</a:t>
            </a:r>
            <a:endParaRPr lang="en-US" altLang="ko-KR" sz="2800" b="1" dirty="0">
              <a:solidFill>
                <a:schemeClr val="accent1">
                  <a:lumMod val="75000"/>
                </a:schemeClr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>
              <a:lnSpc>
                <a:spcPts val="3710"/>
              </a:lnSpc>
            </a:pPr>
            <a:r>
              <a:rPr lang="ko-KR" altLang="en-US" sz="2000" dirty="0">
                <a:solidFill>
                  <a:schemeClr val="accent1">
                    <a:lumMod val="75000"/>
                  </a:scheme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부재 시간 동안의 가정 내 상황 확인 필요</a:t>
            </a:r>
            <a:endParaRPr lang="en-US" altLang="ko-KR" sz="2000" dirty="0">
              <a:solidFill>
                <a:schemeClr val="accent1">
                  <a:lumMod val="75000"/>
                </a:schemeClr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</p:txBody>
      </p:sp>
      <p:sp>
        <p:nvSpPr>
          <p:cNvPr id="38" name="Shape 5">
            <a:extLst>
              <a:ext uri="{FF2B5EF4-FFF2-40B4-BE49-F238E27FC236}">
                <a16:creationId xmlns:a16="http://schemas.microsoft.com/office/drawing/2014/main" id="{09D504DD-F610-62D7-A653-99E850B6864C}"/>
              </a:ext>
            </a:extLst>
          </p:cNvPr>
          <p:cNvSpPr/>
          <p:nvPr/>
        </p:nvSpPr>
        <p:spPr>
          <a:xfrm>
            <a:off x="11869846" y="6684144"/>
            <a:ext cx="6361593" cy="1209685"/>
          </a:xfrm>
          <a:prstGeom prst="roundRect">
            <a:avLst>
              <a:gd name="adj" fmla="val 5161"/>
            </a:avLst>
          </a:prstGeom>
          <a:solidFill>
            <a:schemeClr val="accent1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ko-KR" altLang="en-US" sz="4894"/>
          </a:p>
        </p:txBody>
      </p:sp>
      <p:sp>
        <p:nvSpPr>
          <p:cNvPr id="44" name="Text 7">
            <a:extLst>
              <a:ext uri="{FF2B5EF4-FFF2-40B4-BE49-F238E27FC236}">
                <a16:creationId xmlns:a16="http://schemas.microsoft.com/office/drawing/2014/main" id="{AA97CF7F-FD95-0B77-E0BC-4D2959346D9C}"/>
              </a:ext>
            </a:extLst>
          </p:cNvPr>
          <p:cNvSpPr/>
          <p:nvPr/>
        </p:nvSpPr>
        <p:spPr>
          <a:xfrm>
            <a:off x="12137234" y="6879091"/>
            <a:ext cx="4531892" cy="1014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710"/>
              </a:lnSpc>
            </a:pPr>
            <a:r>
              <a:rPr lang="en-US" altLang="ko-KR" sz="2800" b="1" dirty="0">
                <a:solidFill>
                  <a:schemeClr val="accent1">
                    <a:lumMod val="75000"/>
                  </a:scheme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r>
              <a:rPr lang="ko-KR" altLang="en-US" sz="2800" b="1" dirty="0">
                <a:solidFill>
                  <a:schemeClr val="accent1">
                    <a:lumMod val="75000"/>
                  </a:scheme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 가구 증가</a:t>
            </a:r>
            <a:endParaRPr lang="en-US" altLang="ko-KR" sz="2800" b="1" dirty="0">
              <a:solidFill>
                <a:schemeClr val="accent1">
                  <a:lumMod val="75000"/>
                </a:schemeClr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>
              <a:lnSpc>
                <a:spcPts val="3710"/>
              </a:lnSpc>
            </a:pPr>
            <a:r>
              <a:rPr lang="ko-KR" altLang="en-US" sz="2000" dirty="0">
                <a:solidFill>
                  <a:schemeClr val="accent1">
                    <a:lumMod val="75000"/>
                  </a:scheme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외출 중 주거 안전 및 방범 관리 필요</a:t>
            </a:r>
            <a:endParaRPr lang="en-US" altLang="ko-KR" sz="2000" dirty="0">
              <a:solidFill>
                <a:schemeClr val="accent1">
                  <a:lumMod val="75000"/>
                </a:schemeClr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</p:txBody>
      </p:sp>
      <p:sp>
        <p:nvSpPr>
          <p:cNvPr id="47" name="Shape 5">
            <a:extLst>
              <a:ext uri="{FF2B5EF4-FFF2-40B4-BE49-F238E27FC236}">
                <a16:creationId xmlns:a16="http://schemas.microsoft.com/office/drawing/2014/main" id="{59139911-7FD3-9D53-C8D2-B4E11174DDE2}"/>
              </a:ext>
            </a:extLst>
          </p:cNvPr>
          <p:cNvSpPr/>
          <p:nvPr/>
        </p:nvSpPr>
        <p:spPr>
          <a:xfrm>
            <a:off x="9191523" y="7947961"/>
            <a:ext cx="9113730" cy="2277453"/>
          </a:xfrm>
          <a:prstGeom prst="roundRect">
            <a:avLst>
              <a:gd name="adj" fmla="val 5161"/>
            </a:avLst>
          </a:prstGeom>
          <a:solidFill>
            <a:srgbClr val="13233A"/>
          </a:solidFill>
          <a:ln/>
        </p:spPr>
        <p:txBody>
          <a:bodyPr/>
          <a:lstStyle/>
          <a:p>
            <a:endParaRPr lang="ko-KR" altLang="en-US" sz="4894"/>
          </a:p>
        </p:txBody>
      </p:sp>
      <p:sp>
        <p:nvSpPr>
          <p:cNvPr id="49" name="Text 6">
            <a:extLst>
              <a:ext uri="{FF2B5EF4-FFF2-40B4-BE49-F238E27FC236}">
                <a16:creationId xmlns:a16="http://schemas.microsoft.com/office/drawing/2014/main" id="{6C4ADBFD-8D20-4A36-3264-DC0BF364E09D}"/>
              </a:ext>
            </a:extLst>
          </p:cNvPr>
          <p:cNvSpPr/>
          <p:nvPr/>
        </p:nvSpPr>
        <p:spPr>
          <a:xfrm>
            <a:off x="9730268" y="8219239"/>
            <a:ext cx="6726526" cy="469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364"/>
              </a:lnSpc>
            </a:pPr>
            <a:r>
              <a:rPr lang="en-US" sz="2803" b="1" dirty="0">
                <a:solidFill>
                  <a:srgbClr val="F2A54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</a:t>
            </a:r>
            <a:endParaRPr lang="en-US" sz="2803" dirty="0"/>
          </a:p>
        </p:txBody>
      </p:sp>
      <p:sp>
        <p:nvSpPr>
          <p:cNvPr id="51" name="Text 7">
            <a:extLst>
              <a:ext uri="{FF2B5EF4-FFF2-40B4-BE49-F238E27FC236}">
                <a16:creationId xmlns:a16="http://schemas.microsoft.com/office/drawing/2014/main" id="{2B34321C-9AC9-7796-C860-EB9AE3E2A442}"/>
              </a:ext>
            </a:extLst>
          </p:cNvPr>
          <p:cNvSpPr/>
          <p:nvPr/>
        </p:nvSpPr>
        <p:spPr>
          <a:xfrm>
            <a:off x="9730268" y="8600146"/>
            <a:ext cx="8350341" cy="1406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60000"/>
              </a:lnSpc>
            </a:pPr>
            <a:r>
              <a:rPr lang="ko-KR" altLang="en-US" sz="2000" b="1" dirty="0">
                <a:solidFill>
                  <a:srgbClr val="F4F1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돌봄 공백이 발생하는 가정</a:t>
            </a:r>
            <a:r>
              <a:rPr lang="ko-KR" altLang="en-US" sz="2000" dirty="0">
                <a:solidFill>
                  <a:srgbClr val="F4F1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대상으로</a:t>
            </a:r>
            <a:r>
              <a:rPr lang="en-US" altLang="ko-KR" sz="2000" dirty="0">
                <a:solidFill>
                  <a:srgbClr val="F4F1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ko-KR" altLang="en-US" sz="2000" dirty="0">
                <a:solidFill>
                  <a:srgbClr val="F4F1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카메라와 마이크를 활용하여 실내 위험 상황과 생활 이벤트를 </a:t>
            </a:r>
            <a:r>
              <a:rPr lang="ko-KR" altLang="en-US" sz="2000" b="1" dirty="0">
                <a:solidFill>
                  <a:srgbClr val="F4F1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실시간으로 감지</a:t>
            </a:r>
            <a:r>
              <a:rPr lang="ko-KR" altLang="en-US" sz="2000" dirty="0">
                <a:solidFill>
                  <a:srgbClr val="F4F1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하고 보호자에게 알림을 제공하는 </a:t>
            </a:r>
            <a:r>
              <a:rPr lang="ko-KR" altLang="en-US" sz="2000" b="1" dirty="0">
                <a:solidFill>
                  <a:srgbClr val="F4F1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지능형 홈모니터링 시스템</a:t>
            </a:r>
            <a:r>
              <a:rPr lang="en-US" altLang="ko-KR" sz="2000" dirty="0">
                <a:solidFill>
                  <a:srgbClr val="F4F1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240883272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E0243-115E-EEEE-4D16-25F934898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">
            <a:extLst>
              <a:ext uri="{FF2B5EF4-FFF2-40B4-BE49-F238E27FC236}">
                <a16:creationId xmlns:a16="http://schemas.microsoft.com/office/drawing/2014/main" id="{98C64155-DFCB-7773-AF84-8E53E1C70FAA}"/>
              </a:ext>
            </a:extLst>
          </p:cNvPr>
          <p:cNvSpPr/>
          <p:nvPr/>
        </p:nvSpPr>
        <p:spPr>
          <a:xfrm>
            <a:off x="0" y="0"/>
            <a:ext cx="20104100" cy="638810"/>
          </a:xfrm>
          <a:custGeom>
            <a:avLst/>
            <a:gdLst/>
            <a:ahLst/>
            <a:cxnLst/>
            <a:rect l="l" t="t" r="r" b="b"/>
            <a:pathLst>
              <a:path w="20104100" h="638810" extrusionOk="0">
                <a:moveTo>
                  <a:pt x="20104100" y="0"/>
                </a:moveTo>
                <a:lnTo>
                  <a:pt x="0" y="0"/>
                </a:lnTo>
                <a:lnTo>
                  <a:pt x="0" y="638757"/>
                </a:lnTo>
                <a:lnTo>
                  <a:pt x="20104100" y="638757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3" name="Google Shape;243;p11">
            <a:extLst>
              <a:ext uri="{FF2B5EF4-FFF2-40B4-BE49-F238E27FC236}">
                <a16:creationId xmlns:a16="http://schemas.microsoft.com/office/drawing/2014/main" id="{D4FE14DC-FDCB-10CC-CA9B-F5B6DF8D4681}"/>
              </a:ext>
            </a:extLst>
          </p:cNvPr>
          <p:cNvSpPr/>
          <p:nvPr/>
        </p:nvSpPr>
        <p:spPr>
          <a:xfrm>
            <a:off x="3788697" y="2398027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5" name="Google Shape;245;p11">
            <a:extLst>
              <a:ext uri="{FF2B5EF4-FFF2-40B4-BE49-F238E27FC236}">
                <a16:creationId xmlns:a16="http://schemas.microsoft.com/office/drawing/2014/main" id="{84FC652F-2182-047C-BA07-3C1CC3DA707A}"/>
              </a:ext>
            </a:extLst>
          </p:cNvPr>
          <p:cNvSpPr/>
          <p:nvPr/>
        </p:nvSpPr>
        <p:spPr>
          <a:xfrm>
            <a:off x="3628442" y="10291190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grpSp>
        <p:nvGrpSpPr>
          <p:cNvPr id="247" name="Google Shape;247;p11">
            <a:extLst>
              <a:ext uri="{FF2B5EF4-FFF2-40B4-BE49-F238E27FC236}">
                <a16:creationId xmlns:a16="http://schemas.microsoft.com/office/drawing/2014/main" id="{818764A4-27FF-CF44-2848-29B44764D87D}"/>
              </a:ext>
            </a:extLst>
          </p:cNvPr>
          <p:cNvGrpSpPr/>
          <p:nvPr/>
        </p:nvGrpSpPr>
        <p:grpSpPr>
          <a:xfrm>
            <a:off x="0" y="11183232"/>
            <a:ext cx="20104644" cy="125730"/>
            <a:chOff x="0" y="11183232"/>
            <a:chExt cx="20104644" cy="125730"/>
          </a:xfrm>
        </p:grpSpPr>
        <p:sp>
          <p:nvSpPr>
            <p:cNvPr id="248" name="Google Shape;248;p11">
              <a:extLst>
                <a:ext uri="{FF2B5EF4-FFF2-40B4-BE49-F238E27FC236}">
                  <a16:creationId xmlns:a16="http://schemas.microsoft.com/office/drawing/2014/main" id="{CDE361E9-98FB-9537-27B5-D1E72701AE12}"/>
                </a:ext>
              </a:extLst>
            </p:cNvPr>
            <p:cNvSpPr/>
            <p:nvPr/>
          </p:nvSpPr>
          <p:spPr>
            <a:xfrm>
              <a:off x="0" y="11183232"/>
              <a:ext cx="15770225" cy="125730"/>
            </a:xfrm>
            <a:custGeom>
              <a:avLst/>
              <a:gdLst/>
              <a:ahLst/>
              <a:cxnLst/>
              <a:rect l="l" t="t" r="r" b="b"/>
              <a:pathLst>
                <a:path w="15770225" h="125729" extrusionOk="0">
                  <a:moveTo>
                    <a:pt x="0" y="125323"/>
                  </a:moveTo>
                  <a:lnTo>
                    <a:pt x="15770133" y="125323"/>
                  </a:lnTo>
                  <a:lnTo>
                    <a:pt x="15770133" y="0"/>
                  </a:lnTo>
                  <a:lnTo>
                    <a:pt x="0" y="0"/>
                  </a:lnTo>
                  <a:lnTo>
                    <a:pt x="0" y="125323"/>
                  </a:lnTo>
                  <a:close/>
                </a:path>
              </a:pathLst>
            </a:custGeom>
            <a:solidFill>
              <a:srgbClr val="202E5E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  <p:sp>
          <p:nvSpPr>
            <p:cNvPr id="249" name="Google Shape;249;p11">
              <a:extLst>
                <a:ext uri="{FF2B5EF4-FFF2-40B4-BE49-F238E27FC236}">
                  <a16:creationId xmlns:a16="http://schemas.microsoft.com/office/drawing/2014/main" id="{DDC2EDCB-A236-3C01-E789-5E618DBC3E7F}"/>
                </a:ext>
              </a:extLst>
            </p:cNvPr>
            <p:cNvSpPr/>
            <p:nvPr/>
          </p:nvSpPr>
          <p:spPr>
            <a:xfrm>
              <a:off x="15770133" y="11183609"/>
              <a:ext cx="4334510" cy="125095"/>
            </a:xfrm>
            <a:custGeom>
              <a:avLst/>
              <a:gdLst/>
              <a:ahLst/>
              <a:cxnLst/>
              <a:rect l="l" t="t" r="r" b="b"/>
              <a:pathLst>
                <a:path w="4334509" h="125095" extrusionOk="0">
                  <a:moveTo>
                    <a:pt x="0" y="124946"/>
                  </a:moveTo>
                  <a:lnTo>
                    <a:pt x="0" y="0"/>
                  </a:lnTo>
                  <a:lnTo>
                    <a:pt x="4333965" y="0"/>
                  </a:lnTo>
                  <a:lnTo>
                    <a:pt x="4333965" y="124946"/>
                  </a:lnTo>
                  <a:lnTo>
                    <a:pt x="0" y="124946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</p:grpSp>
      <p:sp>
        <p:nvSpPr>
          <p:cNvPr id="15" name="Google Shape;250;p11">
            <a:extLst>
              <a:ext uri="{FF2B5EF4-FFF2-40B4-BE49-F238E27FC236}">
                <a16:creationId xmlns:a16="http://schemas.microsoft.com/office/drawing/2014/main" id="{95ED0A58-124D-2EB7-B7C6-335B8AEF5E43}"/>
              </a:ext>
            </a:extLst>
          </p:cNvPr>
          <p:cNvSpPr txBox="1"/>
          <p:nvPr/>
        </p:nvSpPr>
        <p:spPr>
          <a:xfrm>
            <a:off x="3788697" y="1332639"/>
            <a:ext cx="13812747" cy="830956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lvl="0">
              <a:defRPr/>
            </a:pPr>
            <a:r>
              <a:rPr lang="ko-KR" altLang="en-US" sz="48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전체 시스템 구성도</a:t>
            </a:r>
          </a:p>
        </p:txBody>
      </p:sp>
      <p:sp>
        <p:nvSpPr>
          <p:cNvPr id="54" name="내용 개체 틀 2">
            <a:extLst>
              <a:ext uri="{FF2B5EF4-FFF2-40B4-BE49-F238E27FC236}">
                <a16:creationId xmlns:a16="http://schemas.microsoft.com/office/drawing/2014/main" id="{7DE89981-CD67-1640-BD4A-E7F96A766DAD}"/>
              </a:ext>
            </a:extLst>
          </p:cNvPr>
          <p:cNvSpPr txBox="1"/>
          <p:nvPr/>
        </p:nvSpPr>
        <p:spPr>
          <a:xfrm>
            <a:off x="11456089" y="6185607"/>
            <a:ext cx="7021224" cy="741858"/>
          </a:xfrm>
          <a:prstGeom prst="rect">
            <a:avLst/>
          </a:prstGeom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lnSpc>
                <a:spcPct val="150000"/>
              </a:lnSpc>
              <a:defRPr/>
            </a:pPr>
            <a:endParaRPr lang="ko-KR" altLang="en-US" sz="3200">
              <a:latin typeface="KoPubWorld바탕체 Medium"/>
              <a:ea typeface="KoPubWorld바탕체 Medium"/>
              <a:cs typeface="KoPubWorld바탕체 Medium"/>
            </a:endParaRPr>
          </a:p>
        </p:txBody>
      </p:sp>
      <p:sp>
        <p:nvSpPr>
          <p:cNvPr id="55" name="Text 2">
            <a:extLst>
              <a:ext uri="{FF2B5EF4-FFF2-40B4-BE49-F238E27FC236}">
                <a16:creationId xmlns:a16="http://schemas.microsoft.com/office/drawing/2014/main" id="{73A29E32-2687-304A-4E1A-97D181A7868A}"/>
              </a:ext>
            </a:extLst>
          </p:cNvPr>
          <p:cNvSpPr/>
          <p:nvPr/>
        </p:nvSpPr>
        <p:spPr>
          <a:xfrm>
            <a:off x="3497164" y="2462360"/>
            <a:ext cx="3890760" cy="466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Device</a:t>
            </a:r>
            <a:endParaRPr lang="en-US" sz="2400" dirty="0"/>
          </a:p>
        </p:txBody>
      </p:sp>
      <p:sp>
        <p:nvSpPr>
          <p:cNvPr id="56" name="Text 3">
            <a:extLst>
              <a:ext uri="{FF2B5EF4-FFF2-40B4-BE49-F238E27FC236}">
                <a16:creationId xmlns:a16="http://schemas.microsoft.com/office/drawing/2014/main" id="{5FD19018-7466-68AE-1FDC-7CD52DEF890A}"/>
              </a:ext>
            </a:extLst>
          </p:cNvPr>
          <p:cNvSpPr/>
          <p:nvPr/>
        </p:nvSpPr>
        <p:spPr>
          <a:xfrm>
            <a:off x="8010446" y="2462361"/>
            <a:ext cx="5602694" cy="466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&amp; Cloud</a:t>
            </a:r>
            <a:endParaRPr lang="en-US" sz="2400" dirty="0"/>
          </a:p>
        </p:txBody>
      </p:sp>
      <p:sp>
        <p:nvSpPr>
          <p:cNvPr id="57" name="Text 4">
            <a:extLst>
              <a:ext uri="{FF2B5EF4-FFF2-40B4-BE49-F238E27FC236}">
                <a16:creationId xmlns:a16="http://schemas.microsoft.com/office/drawing/2014/main" id="{00ED0CF2-2F51-F596-28B1-698AC1305104}"/>
              </a:ext>
            </a:extLst>
          </p:cNvPr>
          <p:cNvSpPr/>
          <p:nvPr/>
        </p:nvSpPr>
        <p:spPr>
          <a:xfrm>
            <a:off x="14391292" y="2462360"/>
            <a:ext cx="3579499" cy="466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2400" dirty="0"/>
          </a:p>
        </p:txBody>
      </p:sp>
      <p:sp>
        <p:nvSpPr>
          <p:cNvPr id="58" name="Shape 5">
            <a:extLst>
              <a:ext uri="{FF2B5EF4-FFF2-40B4-BE49-F238E27FC236}">
                <a16:creationId xmlns:a16="http://schemas.microsoft.com/office/drawing/2014/main" id="{3CF495AC-7FA4-FCC7-68B2-46735F5F703C}"/>
              </a:ext>
            </a:extLst>
          </p:cNvPr>
          <p:cNvSpPr/>
          <p:nvPr/>
        </p:nvSpPr>
        <p:spPr>
          <a:xfrm>
            <a:off x="3419349" y="2929251"/>
            <a:ext cx="4046390" cy="5135803"/>
          </a:xfrm>
          <a:prstGeom prst="rect">
            <a:avLst/>
          </a:prstGeom>
          <a:solidFill>
            <a:srgbClr val="E8F5E9"/>
          </a:solidFill>
          <a:ln w="1905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59" name="Text 6">
            <a:extLst>
              <a:ext uri="{FF2B5EF4-FFF2-40B4-BE49-F238E27FC236}">
                <a16:creationId xmlns:a16="http://schemas.microsoft.com/office/drawing/2014/main" id="{6CCFE33C-6C14-1A3B-EB01-D0CE12EBC605}"/>
              </a:ext>
            </a:extLst>
          </p:cNvPr>
          <p:cNvSpPr/>
          <p:nvPr/>
        </p:nvSpPr>
        <p:spPr>
          <a:xfrm>
            <a:off x="3419349" y="3007066"/>
            <a:ext cx="4046390" cy="5447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Raspberry Pi 5</a:t>
            </a:r>
            <a:endParaRPr lang="en-US" sz="2000" dirty="0"/>
          </a:p>
        </p:txBody>
      </p:sp>
      <p:sp>
        <p:nvSpPr>
          <p:cNvPr id="60" name="Text 7">
            <a:extLst>
              <a:ext uri="{FF2B5EF4-FFF2-40B4-BE49-F238E27FC236}">
                <a16:creationId xmlns:a16="http://schemas.microsoft.com/office/drawing/2014/main" id="{142254FF-B8EA-8A21-8F9F-FE615BBC0649}"/>
              </a:ext>
            </a:extLst>
          </p:cNvPr>
          <p:cNvSpPr/>
          <p:nvPr/>
        </p:nvSpPr>
        <p:spPr>
          <a:xfrm>
            <a:off x="3419349" y="3473957"/>
            <a:ext cx="4046390" cy="389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Computing</a:t>
            </a:r>
            <a:endParaRPr lang="en-US" sz="2000" dirty="0"/>
          </a:p>
        </p:txBody>
      </p:sp>
      <p:sp>
        <p:nvSpPr>
          <p:cNvPr id="61" name="Shape 8">
            <a:extLst>
              <a:ext uri="{FF2B5EF4-FFF2-40B4-BE49-F238E27FC236}">
                <a16:creationId xmlns:a16="http://schemas.microsoft.com/office/drawing/2014/main" id="{09A36B84-E6E4-6ED8-2EBA-C6981C361F2F}"/>
              </a:ext>
            </a:extLst>
          </p:cNvPr>
          <p:cNvSpPr/>
          <p:nvPr/>
        </p:nvSpPr>
        <p:spPr>
          <a:xfrm>
            <a:off x="3652795" y="4018664"/>
            <a:ext cx="1711934" cy="1089413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62" name="Text 9">
            <a:extLst>
              <a:ext uri="{FF2B5EF4-FFF2-40B4-BE49-F238E27FC236}">
                <a16:creationId xmlns:a16="http://schemas.microsoft.com/office/drawing/2014/main" id="{817B8AB3-9144-CB59-ABD9-A64CB2CF2F20}"/>
              </a:ext>
            </a:extLst>
          </p:cNvPr>
          <p:cNvSpPr/>
          <p:nvPr/>
        </p:nvSpPr>
        <p:spPr>
          <a:xfrm>
            <a:off x="3652795" y="4096479"/>
            <a:ext cx="1711934" cy="9337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</a:t>
            </a:r>
            <a:endParaRPr lang="en-US" sz="1600" dirty="0"/>
          </a:p>
          <a:p>
            <a:pPr algn="ctr"/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V3</a:t>
            </a:r>
          </a:p>
          <a:p>
            <a:pPr algn="ctr"/>
            <a:r>
              <a:rPr lang="en-US" sz="16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(</a:t>
            </a:r>
            <a:r>
              <a:rPr lang="ko-KR" altLang="en-US" sz="16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영상</a:t>
            </a:r>
            <a:r>
              <a:rPr lang="en-US" altLang="ko-KR" sz="16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)</a:t>
            </a:r>
            <a:endParaRPr lang="en-US" sz="1600" dirty="0"/>
          </a:p>
        </p:txBody>
      </p:sp>
      <p:sp>
        <p:nvSpPr>
          <p:cNvPr id="63" name="Shape 10">
            <a:extLst>
              <a:ext uri="{FF2B5EF4-FFF2-40B4-BE49-F238E27FC236}">
                <a16:creationId xmlns:a16="http://schemas.microsoft.com/office/drawing/2014/main" id="{FF8B9F9D-EBF9-9799-45EB-DE4848A1935C}"/>
              </a:ext>
            </a:extLst>
          </p:cNvPr>
          <p:cNvSpPr/>
          <p:nvPr/>
        </p:nvSpPr>
        <p:spPr>
          <a:xfrm>
            <a:off x="5520359" y="4018664"/>
            <a:ext cx="1711934" cy="1089413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192" name="Text 11">
            <a:extLst>
              <a:ext uri="{FF2B5EF4-FFF2-40B4-BE49-F238E27FC236}">
                <a16:creationId xmlns:a16="http://schemas.microsoft.com/office/drawing/2014/main" id="{47D24FC1-C7FE-C108-5304-686E0B9BB723}"/>
              </a:ext>
            </a:extLst>
          </p:cNvPr>
          <p:cNvSpPr/>
          <p:nvPr/>
        </p:nvSpPr>
        <p:spPr>
          <a:xfrm>
            <a:off x="5520359" y="4096479"/>
            <a:ext cx="1711934" cy="9337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ReSpeaker</a:t>
            </a: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2-Mic Pi HAT</a:t>
            </a:r>
          </a:p>
          <a:p>
            <a:pPr algn="ctr"/>
            <a:r>
              <a:rPr lang="en-US" sz="16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(</a:t>
            </a:r>
            <a:r>
              <a:rPr lang="ko-KR" altLang="en-US" sz="16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소리</a:t>
            </a:r>
            <a:r>
              <a:rPr lang="en-US" altLang="ko-KR" sz="16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)</a:t>
            </a:r>
            <a:endParaRPr lang="en-US" sz="1600" dirty="0"/>
          </a:p>
        </p:txBody>
      </p:sp>
      <p:sp>
        <p:nvSpPr>
          <p:cNvPr id="193" name="Text 13">
            <a:extLst>
              <a:ext uri="{FF2B5EF4-FFF2-40B4-BE49-F238E27FC236}">
                <a16:creationId xmlns:a16="http://schemas.microsoft.com/office/drawing/2014/main" id="{2AF6B34B-51C6-C52B-B161-B7F109D18B1B}"/>
              </a:ext>
            </a:extLst>
          </p:cNvPr>
          <p:cNvSpPr/>
          <p:nvPr/>
        </p:nvSpPr>
        <p:spPr>
          <a:xfrm>
            <a:off x="3652795" y="5419337"/>
            <a:ext cx="3579499" cy="6225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dirty="0"/>
          </a:p>
        </p:txBody>
      </p:sp>
      <p:sp>
        <p:nvSpPr>
          <p:cNvPr id="194" name="Shape 14">
            <a:extLst>
              <a:ext uri="{FF2B5EF4-FFF2-40B4-BE49-F238E27FC236}">
                <a16:creationId xmlns:a16="http://schemas.microsoft.com/office/drawing/2014/main" id="{B5B7A458-350C-E43A-A863-2F434717EA08}"/>
              </a:ext>
            </a:extLst>
          </p:cNvPr>
          <p:cNvSpPr/>
          <p:nvPr/>
        </p:nvSpPr>
        <p:spPr>
          <a:xfrm>
            <a:off x="3652795" y="6275304"/>
            <a:ext cx="1711934" cy="855967"/>
          </a:xfrm>
          <a:prstGeom prst="rect">
            <a:avLst/>
          </a:prstGeom>
          <a:solidFill>
            <a:srgbClr val="FFFFFF"/>
          </a:solidFill>
          <a:ln w="635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195" name="Text 15">
            <a:extLst>
              <a:ext uri="{FF2B5EF4-FFF2-40B4-BE49-F238E27FC236}">
                <a16:creationId xmlns:a16="http://schemas.microsoft.com/office/drawing/2014/main" id="{FFD9C1F2-C761-B621-2D17-B2643D216DD2}"/>
              </a:ext>
            </a:extLst>
          </p:cNvPr>
          <p:cNvSpPr/>
          <p:nvPr/>
        </p:nvSpPr>
        <p:spPr>
          <a:xfrm>
            <a:off x="3633341" y="6508750"/>
            <a:ext cx="1711934" cy="311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OpenCV &amp; </a:t>
            </a:r>
          </a:p>
          <a:p>
            <a:pPr algn="ctr"/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YOLOv8n</a:t>
            </a:r>
          </a:p>
          <a:p>
            <a:pPr algn="ctr"/>
            <a:endParaRPr lang="en-US" sz="1600" dirty="0"/>
          </a:p>
        </p:txBody>
      </p:sp>
      <p:sp>
        <p:nvSpPr>
          <p:cNvPr id="196" name="Text 16">
            <a:extLst>
              <a:ext uri="{FF2B5EF4-FFF2-40B4-BE49-F238E27FC236}">
                <a16:creationId xmlns:a16="http://schemas.microsoft.com/office/drawing/2014/main" id="{8E757CAF-FFC7-E01F-15D3-5A79EF5113A9}"/>
              </a:ext>
            </a:extLst>
          </p:cNvPr>
          <p:cNvSpPr/>
          <p:nvPr/>
        </p:nvSpPr>
        <p:spPr>
          <a:xfrm>
            <a:off x="3652795" y="6781103"/>
            <a:ext cx="1711934" cy="311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영상 전처리</a:t>
            </a:r>
            <a:endParaRPr lang="en-US" dirty="0"/>
          </a:p>
        </p:txBody>
      </p:sp>
      <p:sp>
        <p:nvSpPr>
          <p:cNvPr id="197" name="Shape 17">
            <a:extLst>
              <a:ext uri="{FF2B5EF4-FFF2-40B4-BE49-F238E27FC236}">
                <a16:creationId xmlns:a16="http://schemas.microsoft.com/office/drawing/2014/main" id="{74E549E0-4DC3-55A9-EEFC-24E17C4FE246}"/>
              </a:ext>
            </a:extLst>
          </p:cNvPr>
          <p:cNvSpPr/>
          <p:nvPr/>
        </p:nvSpPr>
        <p:spPr>
          <a:xfrm>
            <a:off x="5520359" y="6275304"/>
            <a:ext cx="1711934" cy="855967"/>
          </a:xfrm>
          <a:prstGeom prst="rect">
            <a:avLst/>
          </a:prstGeom>
          <a:solidFill>
            <a:srgbClr val="FFFFFF"/>
          </a:solidFill>
          <a:ln w="635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198" name="Text 18">
            <a:extLst>
              <a:ext uri="{FF2B5EF4-FFF2-40B4-BE49-F238E27FC236}">
                <a16:creationId xmlns:a16="http://schemas.microsoft.com/office/drawing/2014/main" id="{378E1580-812B-3CF4-14CE-6CBD1AEF5FC0}"/>
              </a:ext>
            </a:extLst>
          </p:cNvPr>
          <p:cNvSpPr/>
          <p:nvPr/>
        </p:nvSpPr>
        <p:spPr>
          <a:xfrm>
            <a:off x="5520359" y="6353120"/>
            <a:ext cx="1711934" cy="311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YAMNet</a:t>
            </a:r>
            <a:endParaRPr lang="en-US" sz="1600" dirty="0"/>
          </a:p>
        </p:txBody>
      </p:sp>
      <p:sp>
        <p:nvSpPr>
          <p:cNvPr id="199" name="Text 19">
            <a:extLst>
              <a:ext uri="{FF2B5EF4-FFF2-40B4-BE49-F238E27FC236}">
                <a16:creationId xmlns:a16="http://schemas.microsoft.com/office/drawing/2014/main" id="{2B8CAB8C-DAF9-6B1B-CF21-1B49F6A3E42E}"/>
              </a:ext>
            </a:extLst>
          </p:cNvPr>
          <p:cNvSpPr/>
          <p:nvPr/>
        </p:nvSpPr>
        <p:spPr>
          <a:xfrm>
            <a:off x="5520359" y="6664380"/>
            <a:ext cx="1711934" cy="311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환경음 분류</a:t>
            </a:r>
            <a:endParaRPr lang="en-US" dirty="0"/>
          </a:p>
        </p:txBody>
      </p:sp>
      <p:sp>
        <p:nvSpPr>
          <p:cNvPr id="200" name="Text 20">
            <a:extLst>
              <a:ext uri="{FF2B5EF4-FFF2-40B4-BE49-F238E27FC236}">
                <a16:creationId xmlns:a16="http://schemas.microsoft.com/office/drawing/2014/main" id="{FEA76004-C95A-4248-B0B4-3BF0EABA2BBD}"/>
              </a:ext>
            </a:extLst>
          </p:cNvPr>
          <p:cNvSpPr/>
          <p:nvPr/>
        </p:nvSpPr>
        <p:spPr>
          <a:xfrm>
            <a:off x="3652795" y="7286902"/>
            <a:ext cx="3579499" cy="389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1차 </a:t>
            </a:r>
            <a:r>
              <a:rPr lang="en-US" sz="1600" dirty="0" err="1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필터링</a:t>
            </a:r>
            <a:endParaRPr lang="en-US" sz="1600" dirty="0"/>
          </a:p>
        </p:txBody>
      </p:sp>
      <p:sp>
        <p:nvSpPr>
          <p:cNvPr id="201" name="Shape 21">
            <a:extLst>
              <a:ext uri="{FF2B5EF4-FFF2-40B4-BE49-F238E27FC236}">
                <a16:creationId xmlns:a16="http://schemas.microsoft.com/office/drawing/2014/main" id="{221349DB-3E57-4220-6AFB-ADAA75F9780B}"/>
              </a:ext>
            </a:extLst>
          </p:cNvPr>
          <p:cNvSpPr/>
          <p:nvPr/>
        </p:nvSpPr>
        <p:spPr>
          <a:xfrm>
            <a:off x="8010445" y="2929251"/>
            <a:ext cx="5641603" cy="3890760"/>
          </a:xfrm>
          <a:prstGeom prst="rect">
            <a:avLst/>
          </a:prstGeom>
          <a:solidFill>
            <a:srgbClr val="E3F2FD"/>
          </a:solidFill>
          <a:ln w="190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202" name="Text 22">
            <a:extLst>
              <a:ext uri="{FF2B5EF4-FFF2-40B4-BE49-F238E27FC236}">
                <a16:creationId xmlns:a16="http://schemas.microsoft.com/office/drawing/2014/main" id="{EA4C5D6B-B6A7-F23E-EE74-4ADC91BFBB83}"/>
              </a:ext>
            </a:extLst>
          </p:cNvPr>
          <p:cNvSpPr/>
          <p:nvPr/>
        </p:nvSpPr>
        <p:spPr>
          <a:xfrm>
            <a:off x="7932631" y="3007066"/>
            <a:ext cx="5758324" cy="5447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백엔드 서버 (Node.js)</a:t>
            </a:r>
            <a:endParaRPr lang="en-US" sz="2000" dirty="0"/>
          </a:p>
        </p:txBody>
      </p:sp>
      <p:sp>
        <p:nvSpPr>
          <p:cNvPr id="203" name="Shape 23">
            <a:extLst>
              <a:ext uri="{FF2B5EF4-FFF2-40B4-BE49-F238E27FC236}">
                <a16:creationId xmlns:a16="http://schemas.microsoft.com/office/drawing/2014/main" id="{89F76593-5DCC-4DE2-C714-5458F47FB112}"/>
              </a:ext>
            </a:extLst>
          </p:cNvPr>
          <p:cNvSpPr/>
          <p:nvPr/>
        </p:nvSpPr>
        <p:spPr>
          <a:xfrm>
            <a:off x="8088261" y="4377641"/>
            <a:ext cx="2567901" cy="1400673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204" name="Text 24">
            <a:extLst>
              <a:ext uri="{FF2B5EF4-FFF2-40B4-BE49-F238E27FC236}">
                <a16:creationId xmlns:a16="http://schemas.microsoft.com/office/drawing/2014/main" id="{D79F3AB7-5A99-AE08-ABBD-228A76C125E0}"/>
              </a:ext>
            </a:extLst>
          </p:cNvPr>
          <p:cNvSpPr/>
          <p:nvPr/>
        </p:nvSpPr>
        <p:spPr>
          <a:xfrm>
            <a:off x="8088261" y="4455456"/>
            <a:ext cx="2567901" cy="7003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API</a:t>
            </a:r>
            <a:endParaRPr lang="en-US" sz="2000" dirty="0"/>
          </a:p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</a:t>
            </a:r>
            <a:endParaRPr lang="en-US" sz="2000" dirty="0"/>
          </a:p>
        </p:txBody>
      </p:sp>
      <p:sp>
        <p:nvSpPr>
          <p:cNvPr id="205" name="Text 25">
            <a:extLst>
              <a:ext uri="{FF2B5EF4-FFF2-40B4-BE49-F238E27FC236}">
                <a16:creationId xmlns:a16="http://schemas.microsoft.com/office/drawing/2014/main" id="{7E6DA675-36E6-4811-A715-35149D204D56}"/>
              </a:ext>
            </a:extLst>
          </p:cNvPr>
          <p:cNvSpPr/>
          <p:nvPr/>
        </p:nvSpPr>
        <p:spPr>
          <a:xfrm>
            <a:off x="8088261" y="5077978"/>
            <a:ext cx="2567901" cy="5447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 요청 중계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제어</a:t>
            </a:r>
            <a:endParaRPr lang="en-US" sz="1200" dirty="0"/>
          </a:p>
        </p:txBody>
      </p:sp>
      <p:sp>
        <p:nvSpPr>
          <p:cNvPr id="206" name="Shape 26">
            <a:extLst>
              <a:ext uri="{FF2B5EF4-FFF2-40B4-BE49-F238E27FC236}">
                <a16:creationId xmlns:a16="http://schemas.microsoft.com/office/drawing/2014/main" id="{33F84AFA-EB42-3EC8-0C13-C0E19E600A78}"/>
              </a:ext>
            </a:extLst>
          </p:cNvPr>
          <p:cNvSpPr/>
          <p:nvPr/>
        </p:nvSpPr>
        <p:spPr>
          <a:xfrm>
            <a:off x="10928516" y="4381311"/>
            <a:ext cx="2567901" cy="1400673"/>
          </a:xfrm>
          <a:prstGeom prst="rect">
            <a:avLst/>
          </a:prstGeom>
          <a:solidFill>
            <a:srgbClr val="7F77DD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207" name="Text 27">
            <a:extLst>
              <a:ext uri="{FF2B5EF4-FFF2-40B4-BE49-F238E27FC236}">
                <a16:creationId xmlns:a16="http://schemas.microsoft.com/office/drawing/2014/main" id="{5EA538F5-BE37-E23A-AF0F-1BCE0692C861}"/>
              </a:ext>
            </a:extLst>
          </p:cNvPr>
          <p:cNvSpPr/>
          <p:nvPr/>
        </p:nvSpPr>
        <p:spPr>
          <a:xfrm>
            <a:off x="10928516" y="4459126"/>
            <a:ext cx="2567901" cy="466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</a:t>
            </a:r>
            <a:endParaRPr lang="en-US" sz="2000" dirty="0"/>
          </a:p>
        </p:txBody>
      </p:sp>
      <p:sp>
        <p:nvSpPr>
          <p:cNvPr id="208" name="Text 28">
            <a:extLst>
              <a:ext uri="{FF2B5EF4-FFF2-40B4-BE49-F238E27FC236}">
                <a16:creationId xmlns:a16="http://schemas.microsoft.com/office/drawing/2014/main" id="{6ED25811-5FA0-B737-D11C-0B7BED05BB41}"/>
              </a:ext>
            </a:extLst>
          </p:cNvPr>
          <p:cNvSpPr/>
          <p:nvPr/>
        </p:nvSpPr>
        <p:spPr>
          <a:xfrm>
            <a:off x="10928516" y="4926018"/>
            <a:ext cx="2567901" cy="7003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Tool 제공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DB검색/캡처</a:t>
            </a:r>
            <a:endParaRPr lang="en-US" sz="1200" dirty="0"/>
          </a:p>
        </p:txBody>
      </p:sp>
      <p:sp>
        <p:nvSpPr>
          <p:cNvPr id="209" name="Shape 31">
            <a:extLst>
              <a:ext uri="{FF2B5EF4-FFF2-40B4-BE49-F238E27FC236}">
                <a16:creationId xmlns:a16="http://schemas.microsoft.com/office/drawing/2014/main" id="{C266B2C2-3A57-0873-86FE-F4BB553D05E8}"/>
              </a:ext>
            </a:extLst>
          </p:cNvPr>
          <p:cNvSpPr/>
          <p:nvPr/>
        </p:nvSpPr>
        <p:spPr>
          <a:xfrm>
            <a:off x="8166076" y="7053456"/>
            <a:ext cx="2567901" cy="1478489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210" name="Text 32">
            <a:extLst>
              <a:ext uri="{FF2B5EF4-FFF2-40B4-BE49-F238E27FC236}">
                <a16:creationId xmlns:a16="http://schemas.microsoft.com/office/drawing/2014/main" id="{3A600E2E-272E-AA87-F057-7090132A24F6}"/>
              </a:ext>
            </a:extLst>
          </p:cNvPr>
          <p:cNvSpPr/>
          <p:nvPr/>
        </p:nvSpPr>
        <p:spPr>
          <a:xfrm>
            <a:off x="8166076" y="7131272"/>
            <a:ext cx="2567901" cy="466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2000" dirty="0"/>
          </a:p>
        </p:txBody>
      </p:sp>
      <p:sp>
        <p:nvSpPr>
          <p:cNvPr id="211" name="Text 33">
            <a:extLst>
              <a:ext uri="{FF2B5EF4-FFF2-40B4-BE49-F238E27FC236}">
                <a16:creationId xmlns:a16="http://schemas.microsoft.com/office/drawing/2014/main" id="{58D4C318-3538-3F6E-2ECA-29FA33D391EE}"/>
              </a:ext>
            </a:extLst>
          </p:cNvPr>
          <p:cNvSpPr/>
          <p:nvPr/>
        </p:nvSpPr>
        <p:spPr>
          <a:xfrm>
            <a:off x="8166076" y="7520347"/>
            <a:ext cx="2567901" cy="389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1600" dirty="0"/>
          </a:p>
        </p:txBody>
      </p:sp>
      <p:sp>
        <p:nvSpPr>
          <p:cNvPr id="212" name="Text 34">
            <a:extLst>
              <a:ext uri="{FF2B5EF4-FFF2-40B4-BE49-F238E27FC236}">
                <a16:creationId xmlns:a16="http://schemas.microsoft.com/office/drawing/2014/main" id="{85F2F5B6-5078-D5E8-B961-AFA9D489752B}"/>
              </a:ext>
            </a:extLst>
          </p:cNvPr>
          <p:cNvSpPr/>
          <p:nvPr/>
        </p:nvSpPr>
        <p:spPr>
          <a:xfrm>
            <a:off x="8166076" y="7831608"/>
            <a:ext cx="2567901" cy="389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ko-KR" altLang="en-US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저장</a:t>
            </a:r>
            <a:endParaRPr lang="en-US" dirty="0"/>
          </a:p>
        </p:txBody>
      </p:sp>
      <p:sp>
        <p:nvSpPr>
          <p:cNvPr id="213" name="Shape 35">
            <a:extLst>
              <a:ext uri="{FF2B5EF4-FFF2-40B4-BE49-F238E27FC236}">
                <a16:creationId xmlns:a16="http://schemas.microsoft.com/office/drawing/2014/main" id="{C9FD694B-4F59-23E4-CBEE-D3D1B0E13D3E}"/>
              </a:ext>
            </a:extLst>
          </p:cNvPr>
          <p:cNvSpPr/>
          <p:nvPr/>
        </p:nvSpPr>
        <p:spPr>
          <a:xfrm>
            <a:off x="10889608" y="7053456"/>
            <a:ext cx="2567901" cy="1478489"/>
          </a:xfrm>
          <a:prstGeom prst="rect">
            <a:avLst/>
          </a:prstGeom>
          <a:solidFill>
            <a:srgbClr val="7F77DD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214" name="Text 36">
            <a:extLst>
              <a:ext uri="{FF2B5EF4-FFF2-40B4-BE49-F238E27FC236}">
                <a16:creationId xmlns:a16="http://schemas.microsoft.com/office/drawing/2014/main" id="{9E3DE98B-9627-094E-60CE-207B6CECE0A4}"/>
              </a:ext>
            </a:extLst>
          </p:cNvPr>
          <p:cNvSpPr/>
          <p:nvPr/>
        </p:nvSpPr>
        <p:spPr>
          <a:xfrm>
            <a:off x="10889608" y="7131272"/>
            <a:ext cx="2567901" cy="466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3.5</a:t>
            </a:r>
            <a:endParaRPr lang="en-US" sz="2000" dirty="0"/>
          </a:p>
        </p:txBody>
      </p:sp>
      <p:sp>
        <p:nvSpPr>
          <p:cNvPr id="215" name="Text 37">
            <a:extLst>
              <a:ext uri="{FF2B5EF4-FFF2-40B4-BE49-F238E27FC236}">
                <a16:creationId xmlns:a16="http://schemas.microsoft.com/office/drawing/2014/main" id="{D07698A9-0B23-EF79-7788-C00D28B439CE}"/>
              </a:ext>
            </a:extLst>
          </p:cNvPr>
          <p:cNvSpPr/>
          <p:nvPr/>
        </p:nvSpPr>
        <p:spPr>
          <a:xfrm>
            <a:off x="10889608" y="7520347"/>
            <a:ext cx="2567901" cy="389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Sonnet API</a:t>
            </a:r>
            <a:endParaRPr lang="en-US" sz="1600" dirty="0"/>
          </a:p>
        </p:txBody>
      </p:sp>
      <p:sp>
        <p:nvSpPr>
          <p:cNvPr id="216" name="Text 38">
            <a:extLst>
              <a:ext uri="{FF2B5EF4-FFF2-40B4-BE49-F238E27FC236}">
                <a16:creationId xmlns:a16="http://schemas.microsoft.com/office/drawing/2014/main" id="{15DBC881-8FD2-3837-49B1-43804E88219D}"/>
              </a:ext>
            </a:extLst>
          </p:cNvPr>
          <p:cNvSpPr/>
          <p:nvPr/>
        </p:nvSpPr>
        <p:spPr>
          <a:xfrm>
            <a:off x="10889608" y="7831608"/>
            <a:ext cx="2567901" cy="389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+ LLM</a:t>
            </a:r>
            <a:endParaRPr lang="en-US" sz="1600" dirty="0"/>
          </a:p>
        </p:txBody>
      </p:sp>
      <p:sp>
        <p:nvSpPr>
          <p:cNvPr id="217" name="Shape 39">
            <a:extLst>
              <a:ext uri="{FF2B5EF4-FFF2-40B4-BE49-F238E27FC236}">
                <a16:creationId xmlns:a16="http://schemas.microsoft.com/office/drawing/2014/main" id="{A34B1EE4-5DE2-AA45-3451-7F822FD5BB27}"/>
              </a:ext>
            </a:extLst>
          </p:cNvPr>
          <p:cNvSpPr/>
          <p:nvPr/>
        </p:nvSpPr>
        <p:spPr>
          <a:xfrm>
            <a:off x="14157846" y="2929251"/>
            <a:ext cx="3890760" cy="3890760"/>
          </a:xfrm>
          <a:prstGeom prst="rect">
            <a:avLst/>
          </a:prstGeom>
          <a:solidFill>
            <a:srgbClr val="FCE4EC"/>
          </a:solidFill>
          <a:ln w="1905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218" name="Text 40">
            <a:extLst>
              <a:ext uri="{FF2B5EF4-FFF2-40B4-BE49-F238E27FC236}">
                <a16:creationId xmlns:a16="http://schemas.microsoft.com/office/drawing/2014/main" id="{1FAB3291-2F6B-3BB5-7FA3-EE41F4380CE8}"/>
              </a:ext>
            </a:extLst>
          </p:cNvPr>
          <p:cNvSpPr/>
          <p:nvPr/>
        </p:nvSpPr>
        <p:spPr>
          <a:xfrm>
            <a:off x="14157846" y="3007066"/>
            <a:ext cx="3890760" cy="5447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모바일 앱</a:t>
            </a:r>
            <a:endParaRPr lang="en-US" sz="2000" dirty="0"/>
          </a:p>
        </p:txBody>
      </p:sp>
      <p:sp>
        <p:nvSpPr>
          <p:cNvPr id="219" name="Text 41">
            <a:extLst>
              <a:ext uri="{FF2B5EF4-FFF2-40B4-BE49-F238E27FC236}">
                <a16:creationId xmlns:a16="http://schemas.microsoft.com/office/drawing/2014/main" id="{E7400C9B-27EC-BE81-722E-8F9712F543C4}"/>
              </a:ext>
            </a:extLst>
          </p:cNvPr>
          <p:cNvSpPr/>
          <p:nvPr/>
        </p:nvSpPr>
        <p:spPr>
          <a:xfrm>
            <a:off x="14157846" y="3473957"/>
            <a:ext cx="3890760" cy="389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Native</a:t>
            </a:r>
            <a:endParaRPr lang="en-US" sz="2000" dirty="0"/>
          </a:p>
        </p:txBody>
      </p:sp>
      <p:sp>
        <p:nvSpPr>
          <p:cNvPr id="220" name="Shape 42">
            <a:extLst>
              <a:ext uri="{FF2B5EF4-FFF2-40B4-BE49-F238E27FC236}">
                <a16:creationId xmlns:a16="http://schemas.microsoft.com/office/drawing/2014/main" id="{299A2835-69E3-2131-A71C-75A4CF447711}"/>
              </a:ext>
            </a:extLst>
          </p:cNvPr>
          <p:cNvSpPr/>
          <p:nvPr/>
        </p:nvSpPr>
        <p:spPr>
          <a:xfrm>
            <a:off x="14469107" y="4018664"/>
            <a:ext cx="3268238" cy="2334456"/>
          </a:xfrm>
          <a:prstGeom prst="rect">
            <a:avLst/>
          </a:prstGeom>
          <a:solidFill>
            <a:srgbClr val="FFFFFF"/>
          </a:solidFill>
          <a:ln w="635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221" name="Text 43">
            <a:extLst>
              <a:ext uri="{FF2B5EF4-FFF2-40B4-BE49-F238E27FC236}">
                <a16:creationId xmlns:a16="http://schemas.microsoft.com/office/drawing/2014/main" id="{DE74595D-C3F4-E920-6B7E-9FF74437DFBD}"/>
              </a:ext>
            </a:extLst>
          </p:cNvPr>
          <p:cNvSpPr/>
          <p:nvPr/>
        </p:nvSpPr>
        <p:spPr>
          <a:xfrm>
            <a:off x="14469107" y="4174294"/>
            <a:ext cx="3268238" cy="466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채팅 UI</a:t>
            </a:r>
            <a:endParaRPr lang="en-US" sz="2000" dirty="0"/>
          </a:p>
        </p:txBody>
      </p:sp>
      <p:sp>
        <p:nvSpPr>
          <p:cNvPr id="222" name="Text 44">
            <a:extLst>
              <a:ext uri="{FF2B5EF4-FFF2-40B4-BE49-F238E27FC236}">
                <a16:creationId xmlns:a16="http://schemas.microsoft.com/office/drawing/2014/main" id="{8F0D44E5-F484-1ADC-1C90-C1F656E7C622}"/>
              </a:ext>
            </a:extLst>
          </p:cNvPr>
          <p:cNvSpPr/>
          <p:nvPr/>
        </p:nvSpPr>
        <p:spPr>
          <a:xfrm>
            <a:off x="14469107" y="4641185"/>
            <a:ext cx="3268238" cy="155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대화형 브리핑</a:t>
            </a:r>
            <a:endParaRPr lang="en-US" sz="1600" dirty="0"/>
          </a:p>
          <a:p>
            <a:pPr algn="ctr"/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인터페이스</a:t>
            </a:r>
            <a:endParaRPr lang="en-US" sz="1600" dirty="0"/>
          </a:p>
          <a:p>
            <a:pPr algn="ctr"/>
            <a:endParaRPr lang="en-US" sz="1600" dirty="0"/>
          </a:p>
          <a:p>
            <a:pPr algn="ctr"/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자연어 질의</a:t>
            </a:r>
            <a:endParaRPr lang="en-US" sz="1600" dirty="0"/>
          </a:p>
          <a:p>
            <a:pPr algn="ctr"/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요약 응답</a:t>
            </a:r>
            <a:endParaRPr lang="en-US" sz="1600" dirty="0"/>
          </a:p>
        </p:txBody>
      </p:sp>
      <p:sp>
        <p:nvSpPr>
          <p:cNvPr id="223" name="Shape 45">
            <a:extLst>
              <a:ext uri="{FF2B5EF4-FFF2-40B4-BE49-F238E27FC236}">
                <a16:creationId xmlns:a16="http://schemas.microsoft.com/office/drawing/2014/main" id="{CB963795-6FAC-E3FA-C7C9-DC8FCE125AE3}"/>
              </a:ext>
            </a:extLst>
          </p:cNvPr>
          <p:cNvSpPr/>
          <p:nvPr/>
        </p:nvSpPr>
        <p:spPr>
          <a:xfrm>
            <a:off x="15480705" y="7131272"/>
            <a:ext cx="1245043" cy="1245043"/>
          </a:xfrm>
          <a:prstGeom prst="ellipse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224" name="Text 46">
            <a:extLst>
              <a:ext uri="{FF2B5EF4-FFF2-40B4-BE49-F238E27FC236}">
                <a16:creationId xmlns:a16="http://schemas.microsoft.com/office/drawing/2014/main" id="{83763D28-F6FE-D0A9-4AE8-DBDC0F3B898B}"/>
              </a:ext>
            </a:extLst>
          </p:cNvPr>
          <p:cNvSpPr/>
          <p:nvPr/>
        </p:nvSpPr>
        <p:spPr>
          <a:xfrm>
            <a:off x="15480705" y="7364717"/>
            <a:ext cx="1245043" cy="778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800" dirty="0">
                <a:solidFill>
                  <a:srgbClr val="000000"/>
                </a:solidFill>
              </a:rPr>
              <a:t>👤</a:t>
            </a:r>
            <a:endParaRPr lang="en-US" sz="2800" dirty="0"/>
          </a:p>
        </p:txBody>
      </p:sp>
      <p:sp>
        <p:nvSpPr>
          <p:cNvPr id="225" name="Shape 48">
            <a:extLst>
              <a:ext uri="{FF2B5EF4-FFF2-40B4-BE49-F238E27FC236}">
                <a16:creationId xmlns:a16="http://schemas.microsoft.com/office/drawing/2014/main" id="{98A5CF4E-9764-7087-CDE0-838C0D01654B}"/>
              </a:ext>
            </a:extLst>
          </p:cNvPr>
          <p:cNvSpPr/>
          <p:nvPr/>
        </p:nvSpPr>
        <p:spPr>
          <a:xfrm>
            <a:off x="7465739" y="4719001"/>
            <a:ext cx="544706" cy="389076"/>
          </a:xfrm>
          <a:prstGeom prst="rightArrow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226" name="Text 49">
            <a:extLst>
              <a:ext uri="{FF2B5EF4-FFF2-40B4-BE49-F238E27FC236}">
                <a16:creationId xmlns:a16="http://schemas.microsoft.com/office/drawing/2014/main" id="{3E9728D8-5E83-6E44-5DBF-10255F30D098}"/>
              </a:ext>
            </a:extLst>
          </p:cNvPr>
          <p:cNvSpPr/>
          <p:nvPr/>
        </p:nvSpPr>
        <p:spPr>
          <a:xfrm>
            <a:off x="7305369" y="5108077"/>
            <a:ext cx="855967" cy="5924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ko-KR" altLang="en-US" sz="1200" dirty="0"/>
              <a:t>추출한 </a:t>
            </a:r>
            <a:endParaRPr lang="en-US" altLang="ko-KR" sz="1200" dirty="0"/>
          </a:p>
          <a:p>
            <a:pPr algn="ctr"/>
            <a:r>
              <a:rPr lang="ko-KR" altLang="en-US" sz="1200" dirty="0"/>
              <a:t>데이터</a:t>
            </a:r>
            <a:endParaRPr lang="en-US" altLang="ko-KR" sz="1200" dirty="0"/>
          </a:p>
          <a:p>
            <a:pPr algn="ctr"/>
            <a:r>
              <a:rPr lang="ko-KR" altLang="en-US" sz="1200" dirty="0"/>
              <a:t> 전송</a:t>
            </a:r>
            <a:endParaRPr lang="en-US" sz="1200" dirty="0"/>
          </a:p>
        </p:txBody>
      </p:sp>
      <p:sp>
        <p:nvSpPr>
          <p:cNvPr id="227" name="Shape 50">
            <a:extLst>
              <a:ext uri="{FF2B5EF4-FFF2-40B4-BE49-F238E27FC236}">
                <a16:creationId xmlns:a16="http://schemas.microsoft.com/office/drawing/2014/main" id="{9F420458-1908-4154-B0AC-733EE90D85E6}"/>
              </a:ext>
            </a:extLst>
          </p:cNvPr>
          <p:cNvSpPr/>
          <p:nvPr/>
        </p:nvSpPr>
        <p:spPr>
          <a:xfrm>
            <a:off x="13535325" y="4773167"/>
            <a:ext cx="700337" cy="389076"/>
          </a:xfrm>
          <a:prstGeom prst="leftRightArrow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228" name="Text 51">
            <a:extLst>
              <a:ext uri="{FF2B5EF4-FFF2-40B4-BE49-F238E27FC236}">
                <a16:creationId xmlns:a16="http://schemas.microsoft.com/office/drawing/2014/main" id="{5D6B6109-3634-ED87-3204-623004CBD2EC}"/>
              </a:ext>
            </a:extLst>
          </p:cNvPr>
          <p:cNvSpPr/>
          <p:nvPr/>
        </p:nvSpPr>
        <p:spPr>
          <a:xfrm>
            <a:off x="13457509" y="5183991"/>
            <a:ext cx="855967" cy="311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Proxy</a:t>
            </a:r>
            <a:endParaRPr lang="en-US" sz="1200" dirty="0"/>
          </a:p>
        </p:txBody>
      </p:sp>
      <p:sp>
        <p:nvSpPr>
          <p:cNvPr id="229" name="Shape 52">
            <a:extLst>
              <a:ext uri="{FF2B5EF4-FFF2-40B4-BE49-F238E27FC236}">
                <a16:creationId xmlns:a16="http://schemas.microsoft.com/office/drawing/2014/main" id="{9861AFD8-2237-CD0F-3598-235757C71FD9}"/>
              </a:ext>
            </a:extLst>
          </p:cNvPr>
          <p:cNvSpPr/>
          <p:nvPr/>
        </p:nvSpPr>
        <p:spPr>
          <a:xfrm>
            <a:off x="10636709" y="4913539"/>
            <a:ext cx="311261" cy="233446"/>
          </a:xfrm>
          <a:prstGeom prst="leftRightArrow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230" name="Text 53">
            <a:extLst>
              <a:ext uri="{FF2B5EF4-FFF2-40B4-BE49-F238E27FC236}">
                <a16:creationId xmlns:a16="http://schemas.microsoft.com/office/drawing/2014/main" id="{C6B9C8FA-335C-1FE1-E83E-ADC03A999061}"/>
              </a:ext>
            </a:extLst>
          </p:cNvPr>
          <p:cNvSpPr/>
          <p:nvPr/>
        </p:nvSpPr>
        <p:spPr>
          <a:xfrm>
            <a:off x="9099858" y="6430935"/>
            <a:ext cx="622522" cy="6225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↕</a:t>
            </a:r>
            <a:endParaRPr lang="en-US" sz="2000" dirty="0"/>
          </a:p>
        </p:txBody>
      </p:sp>
      <p:sp>
        <p:nvSpPr>
          <p:cNvPr id="231" name="Text 54">
            <a:extLst>
              <a:ext uri="{FF2B5EF4-FFF2-40B4-BE49-F238E27FC236}">
                <a16:creationId xmlns:a16="http://schemas.microsoft.com/office/drawing/2014/main" id="{6D52C7A4-E69F-BDDD-C736-BDD166028B4F}"/>
              </a:ext>
            </a:extLst>
          </p:cNvPr>
          <p:cNvSpPr/>
          <p:nvPr/>
        </p:nvSpPr>
        <p:spPr>
          <a:xfrm>
            <a:off x="9488934" y="6586565"/>
            <a:ext cx="622522" cy="311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900" dirty="0"/>
          </a:p>
        </p:txBody>
      </p:sp>
      <p:sp>
        <p:nvSpPr>
          <p:cNvPr id="232" name="Text 55">
            <a:extLst>
              <a:ext uri="{FF2B5EF4-FFF2-40B4-BE49-F238E27FC236}">
                <a16:creationId xmlns:a16="http://schemas.microsoft.com/office/drawing/2014/main" id="{B0F86805-C8CC-14CE-4D0B-4803382963F6}"/>
              </a:ext>
            </a:extLst>
          </p:cNvPr>
          <p:cNvSpPr/>
          <p:nvPr/>
        </p:nvSpPr>
        <p:spPr>
          <a:xfrm>
            <a:off x="11823390" y="6430935"/>
            <a:ext cx="622522" cy="6225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dirty="0">
                <a:solidFill>
                  <a:srgbClr val="7F7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↕</a:t>
            </a:r>
            <a:endParaRPr lang="en-US" sz="2000" dirty="0"/>
          </a:p>
        </p:txBody>
      </p:sp>
      <p:sp>
        <p:nvSpPr>
          <p:cNvPr id="233" name="Text 56">
            <a:extLst>
              <a:ext uri="{FF2B5EF4-FFF2-40B4-BE49-F238E27FC236}">
                <a16:creationId xmlns:a16="http://schemas.microsoft.com/office/drawing/2014/main" id="{DD72DC33-D6A6-AD93-5151-982E7B90734F}"/>
              </a:ext>
            </a:extLst>
          </p:cNvPr>
          <p:cNvSpPr/>
          <p:nvPr/>
        </p:nvSpPr>
        <p:spPr>
          <a:xfrm>
            <a:off x="12212466" y="6586565"/>
            <a:ext cx="622522" cy="311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900" dirty="0"/>
          </a:p>
        </p:txBody>
      </p:sp>
      <p:sp>
        <p:nvSpPr>
          <p:cNvPr id="252" name="Shape 47">
            <a:extLst>
              <a:ext uri="{FF2B5EF4-FFF2-40B4-BE49-F238E27FC236}">
                <a16:creationId xmlns:a16="http://schemas.microsoft.com/office/drawing/2014/main" id="{EBF30E09-679E-579B-85B0-255919AAD040}"/>
              </a:ext>
            </a:extLst>
          </p:cNvPr>
          <p:cNvSpPr/>
          <p:nvPr/>
        </p:nvSpPr>
        <p:spPr>
          <a:xfrm>
            <a:off x="7733352" y="2658270"/>
            <a:ext cx="21874" cy="5873674"/>
          </a:xfrm>
          <a:prstGeom prst="line">
            <a:avLst/>
          </a:prstGeom>
          <a:noFill/>
          <a:ln w="19050">
            <a:solidFill>
              <a:srgbClr val="F39C12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CC080AD-F959-B9B3-14E1-3A20F3C704A6}"/>
              </a:ext>
            </a:extLst>
          </p:cNvPr>
          <p:cNvSpPr/>
          <p:nvPr/>
        </p:nvSpPr>
        <p:spPr>
          <a:xfrm>
            <a:off x="3066871" y="9110645"/>
            <a:ext cx="3857547" cy="63884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CE8D789-3908-9638-5FCC-BEEC8DDC84E9}"/>
              </a:ext>
            </a:extLst>
          </p:cNvPr>
          <p:cNvSpPr/>
          <p:nvPr/>
        </p:nvSpPr>
        <p:spPr>
          <a:xfrm>
            <a:off x="7032062" y="9106295"/>
            <a:ext cx="1483254" cy="64527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F016CBC-8DE6-83A8-3710-C5FCB6104DAA}"/>
              </a:ext>
            </a:extLst>
          </p:cNvPr>
          <p:cNvSpPr/>
          <p:nvPr/>
        </p:nvSpPr>
        <p:spPr>
          <a:xfrm>
            <a:off x="3066870" y="9110645"/>
            <a:ext cx="3903267" cy="638849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Text 11">
            <a:extLst>
              <a:ext uri="{FF2B5EF4-FFF2-40B4-BE49-F238E27FC236}">
                <a16:creationId xmlns:a16="http://schemas.microsoft.com/office/drawing/2014/main" id="{80C572AE-932E-B759-7D81-6ABC6F5C1CD4}"/>
              </a:ext>
            </a:extLst>
          </p:cNvPr>
          <p:cNvSpPr/>
          <p:nvPr/>
        </p:nvSpPr>
        <p:spPr>
          <a:xfrm>
            <a:off x="3820440" y="9107184"/>
            <a:ext cx="2350408" cy="638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1800" b="1" dirty="0">
                <a:solidFill>
                  <a:schemeClr val="tx1"/>
                </a:solidFill>
              </a:rPr>
              <a:t>1</a:t>
            </a:r>
            <a:r>
              <a:rPr lang="ko-KR" altLang="en-US" sz="1800" b="1" dirty="0">
                <a:solidFill>
                  <a:schemeClr val="tx1"/>
                </a:solidFill>
              </a:rPr>
              <a:t>단계 </a:t>
            </a:r>
            <a:r>
              <a:rPr lang="en-US" altLang="ko-KR" sz="1800" b="1" dirty="0">
                <a:solidFill>
                  <a:schemeClr val="tx1"/>
                </a:solidFill>
              </a:rPr>
              <a:t>Edge device</a:t>
            </a:r>
            <a:endParaRPr lang="ko-KR" altLang="en-US" sz="18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13B27D7-92C9-350E-D7A6-A6185DF50D8C}"/>
              </a:ext>
            </a:extLst>
          </p:cNvPr>
          <p:cNvSpPr/>
          <p:nvPr/>
        </p:nvSpPr>
        <p:spPr>
          <a:xfrm flipH="1">
            <a:off x="7027096" y="9123513"/>
            <a:ext cx="1488217" cy="61390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b="1" dirty="0">
              <a:solidFill>
                <a:schemeClr val="bg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11A05ED-2F5D-BEC9-3233-1C14D6A91C03}"/>
              </a:ext>
            </a:extLst>
          </p:cNvPr>
          <p:cNvSpPr/>
          <p:nvPr/>
        </p:nvSpPr>
        <p:spPr>
          <a:xfrm>
            <a:off x="8617996" y="9102030"/>
            <a:ext cx="5034052" cy="63884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BD2582F-B8DF-1F25-9B78-F66BA05467AE}"/>
              </a:ext>
            </a:extLst>
          </p:cNvPr>
          <p:cNvSpPr/>
          <p:nvPr/>
        </p:nvSpPr>
        <p:spPr>
          <a:xfrm>
            <a:off x="8617994" y="9102030"/>
            <a:ext cx="5034051" cy="63884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4E2EF6A-C0AC-40F0-98AE-CEB1047E7250}"/>
              </a:ext>
            </a:extLst>
          </p:cNvPr>
          <p:cNvSpPr/>
          <p:nvPr/>
        </p:nvSpPr>
        <p:spPr>
          <a:xfrm>
            <a:off x="8617994" y="9098569"/>
            <a:ext cx="5034053" cy="638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1800" b="1" dirty="0">
                <a:solidFill>
                  <a:schemeClr val="tx1"/>
                </a:solidFill>
              </a:rPr>
              <a:t>3</a:t>
            </a:r>
            <a:r>
              <a:rPr lang="ko-KR" altLang="en-US" sz="1800" b="1" dirty="0">
                <a:solidFill>
                  <a:schemeClr val="tx1"/>
                </a:solidFill>
              </a:rPr>
              <a:t>단계 </a:t>
            </a:r>
            <a:r>
              <a:rPr lang="en-US" altLang="ko-KR" sz="1800" b="1" dirty="0" err="1">
                <a:solidFill>
                  <a:schemeClr val="tx1"/>
                </a:solidFill>
              </a:rPr>
              <a:t>Backend&amp;Cloud</a:t>
            </a:r>
            <a:endParaRPr lang="ko-KR" altLang="en-US" sz="1800" b="1" dirty="0">
              <a:solidFill>
                <a:schemeClr val="tx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7988E10-2B26-9D6C-282D-1BB29AE27E07}"/>
              </a:ext>
            </a:extLst>
          </p:cNvPr>
          <p:cNvSpPr/>
          <p:nvPr/>
        </p:nvSpPr>
        <p:spPr>
          <a:xfrm>
            <a:off x="13851443" y="9102030"/>
            <a:ext cx="4190891" cy="63884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9BFB1B8-28D2-BDC9-EA66-83D01C9C3C8D}"/>
              </a:ext>
            </a:extLst>
          </p:cNvPr>
          <p:cNvSpPr/>
          <p:nvPr/>
        </p:nvSpPr>
        <p:spPr>
          <a:xfrm flipH="1">
            <a:off x="13805722" y="9102030"/>
            <a:ext cx="4236611" cy="614809"/>
          </a:xfrm>
          <a:prstGeom prst="rect">
            <a:avLst/>
          </a:prstGeom>
          <a:solidFill>
            <a:srgbClr val="9E44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9AEAA8B9-5843-BAF4-1A77-26EBCBFB04A2}"/>
              </a:ext>
            </a:extLst>
          </p:cNvPr>
          <p:cNvSpPr/>
          <p:nvPr/>
        </p:nvSpPr>
        <p:spPr>
          <a:xfrm>
            <a:off x="13851442" y="9098569"/>
            <a:ext cx="4190892" cy="638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1800" b="1" dirty="0">
                <a:solidFill>
                  <a:schemeClr val="tx1"/>
                </a:solidFill>
              </a:rPr>
              <a:t>4</a:t>
            </a:r>
            <a:r>
              <a:rPr lang="ko-KR" altLang="en-US" sz="1800" b="1" dirty="0">
                <a:solidFill>
                  <a:schemeClr val="tx1"/>
                </a:solidFill>
              </a:rPr>
              <a:t>단계 최종 </a:t>
            </a:r>
            <a:r>
              <a:rPr lang="en-US" altLang="ko-KR" sz="1800" b="1" dirty="0">
                <a:solidFill>
                  <a:schemeClr val="tx1"/>
                </a:solidFill>
              </a:rPr>
              <a:t>APP</a:t>
            </a:r>
            <a:endParaRPr lang="ko-KR" altLang="en-US" sz="1800" b="1" dirty="0">
              <a:solidFill>
                <a:schemeClr val="tx1"/>
              </a:solidFill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9D649D7-732B-26DD-CDC2-DB17A7B762C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pic>
        <p:nvPicPr>
          <p:cNvPr id="6" name="Google Shape;246;p11">
            <a:extLst>
              <a:ext uri="{FF2B5EF4-FFF2-40B4-BE49-F238E27FC236}">
                <a16:creationId xmlns:a16="http://schemas.microsoft.com/office/drawing/2014/main" id="{8FA98CCD-C2DD-DF80-C80F-17B2F3434877}"/>
              </a:ext>
            </a:extLst>
          </p:cNvPr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16544767" y="10517438"/>
            <a:ext cx="2113354" cy="29679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2;p11">
            <a:extLst>
              <a:ext uri="{FF2B5EF4-FFF2-40B4-BE49-F238E27FC236}">
                <a16:creationId xmlns:a16="http://schemas.microsoft.com/office/drawing/2014/main" id="{A999168B-D2B6-07E4-E400-A68F460E2404}"/>
              </a:ext>
            </a:extLst>
          </p:cNvPr>
          <p:cNvSpPr/>
          <p:nvPr/>
        </p:nvSpPr>
        <p:spPr>
          <a:xfrm>
            <a:off x="970895" y="1072291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6" name="Google Shape;244;p11">
            <a:extLst>
              <a:ext uri="{FF2B5EF4-FFF2-40B4-BE49-F238E27FC236}">
                <a16:creationId xmlns:a16="http://schemas.microsoft.com/office/drawing/2014/main" id="{A33C3C15-734D-EB75-2B9B-7F42679045F4}"/>
              </a:ext>
            </a:extLst>
          </p:cNvPr>
          <p:cNvSpPr/>
          <p:nvPr/>
        </p:nvSpPr>
        <p:spPr>
          <a:xfrm>
            <a:off x="970895" y="2831510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8" name="Google Shape;250;p11">
            <a:extLst>
              <a:ext uri="{FF2B5EF4-FFF2-40B4-BE49-F238E27FC236}">
                <a16:creationId xmlns:a16="http://schemas.microsoft.com/office/drawing/2014/main" id="{35022F19-630B-6146-8B6F-EBEC343F2BC7}"/>
              </a:ext>
            </a:extLst>
          </p:cNvPr>
          <p:cNvSpPr txBox="1"/>
          <p:nvPr/>
        </p:nvSpPr>
        <p:spPr>
          <a:xfrm>
            <a:off x="970895" y="1382405"/>
            <a:ext cx="1823084" cy="1015622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60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I2</a:t>
            </a:r>
            <a:endParaRPr sz="6000" b="1" dirty="0">
              <a:solidFill>
                <a:srgbClr val="202E5E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KoPubWorld바탕체 Medium"/>
              <a:sym typeface="NanumGothic ExtraBold"/>
            </a:endParaRPr>
          </a:p>
        </p:txBody>
      </p:sp>
      <p:sp>
        <p:nvSpPr>
          <p:cNvPr id="9" name="Text 11">
            <a:extLst>
              <a:ext uri="{FF2B5EF4-FFF2-40B4-BE49-F238E27FC236}">
                <a16:creationId xmlns:a16="http://schemas.microsoft.com/office/drawing/2014/main" id="{046CC137-8AE4-3A95-7218-770620B75C5C}"/>
              </a:ext>
            </a:extLst>
          </p:cNvPr>
          <p:cNvSpPr/>
          <p:nvPr/>
        </p:nvSpPr>
        <p:spPr>
          <a:xfrm>
            <a:off x="7027098" y="9107183"/>
            <a:ext cx="1488218" cy="669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1800" b="1" dirty="0">
                <a:solidFill>
                  <a:schemeClr val="tx1"/>
                </a:solidFill>
              </a:rPr>
              <a:t>2</a:t>
            </a:r>
            <a:r>
              <a:rPr lang="ko-KR" altLang="en-US" sz="1800" b="1" dirty="0">
                <a:solidFill>
                  <a:schemeClr val="tx1"/>
                </a:solidFill>
              </a:rPr>
              <a:t>단계</a:t>
            </a:r>
            <a:endParaRPr lang="en-US" altLang="ko-KR" sz="18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800" b="1" dirty="0">
                <a:solidFill>
                  <a:schemeClr val="tx1"/>
                </a:solidFill>
              </a:rPr>
              <a:t>연결 통합</a:t>
            </a:r>
          </a:p>
        </p:txBody>
      </p:sp>
    </p:spTree>
    <p:extLst>
      <p:ext uri="{BB962C8B-B14F-4D97-AF65-F5344CB8AC3E}">
        <p14:creationId xmlns:p14="http://schemas.microsoft.com/office/powerpoint/2010/main" val="4182394655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"/>
          <p:cNvSpPr/>
          <p:nvPr/>
        </p:nvSpPr>
        <p:spPr>
          <a:xfrm>
            <a:off x="0" y="0"/>
            <a:ext cx="20104100" cy="638810"/>
          </a:xfrm>
          <a:custGeom>
            <a:avLst/>
            <a:gdLst/>
            <a:ahLst/>
            <a:cxnLst/>
            <a:rect l="l" t="t" r="r" b="b"/>
            <a:pathLst>
              <a:path w="20104100" h="638810" extrusionOk="0">
                <a:moveTo>
                  <a:pt x="20104100" y="0"/>
                </a:moveTo>
                <a:lnTo>
                  <a:pt x="0" y="0"/>
                </a:lnTo>
                <a:lnTo>
                  <a:pt x="0" y="638757"/>
                </a:lnTo>
                <a:lnTo>
                  <a:pt x="20104100" y="638757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2" name="Google Shape;242;p11"/>
          <p:cNvSpPr/>
          <p:nvPr/>
        </p:nvSpPr>
        <p:spPr>
          <a:xfrm>
            <a:off x="818606" y="1538508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3" name="Google Shape;243;p11"/>
          <p:cNvSpPr/>
          <p:nvPr/>
        </p:nvSpPr>
        <p:spPr>
          <a:xfrm>
            <a:off x="3788697" y="2398027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3200"/>
          </a:p>
        </p:txBody>
      </p:sp>
      <p:sp>
        <p:nvSpPr>
          <p:cNvPr id="244" name="Google Shape;244;p11"/>
          <p:cNvSpPr/>
          <p:nvPr/>
        </p:nvSpPr>
        <p:spPr>
          <a:xfrm>
            <a:off x="818606" y="3297727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5" name="Google Shape;245;p11"/>
          <p:cNvSpPr/>
          <p:nvPr/>
        </p:nvSpPr>
        <p:spPr>
          <a:xfrm>
            <a:off x="3788698" y="10263851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3200"/>
          </a:p>
        </p:txBody>
      </p:sp>
      <p:pic>
        <p:nvPicPr>
          <p:cNvPr id="246" name="Google Shape;246;p11"/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17601444" y="10625942"/>
            <a:ext cx="2113354" cy="2967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7" name="Google Shape;247;p11"/>
          <p:cNvGrpSpPr/>
          <p:nvPr/>
        </p:nvGrpSpPr>
        <p:grpSpPr>
          <a:xfrm>
            <a:off x="0" y="11183232"/>
            <a:ext cx="20104644" cy="125730"/>
            <a:chOff x="0" y="11183232"/>
            <a:chExt cx="20104644" cy="125730"/>
          </a:xfrm>
        </p:grpSpPr>
        <p:sp>
          <p:nvSpPr>
            <p:cNvPr id="248" name="Google Shape;248;p11"/>
            <p:cNvSpPr/>
            <p:nvPr/>
          </p:nvSpPr>
          <p:spPr>
            <a:xfrm>
              <a:off x="0" y="11183232"/>
              <a:ext cx="15770225" cy="125730"/>
            </a:xfrm>
            <a:custGeom>
              <a:avLst/>
              <a:gdLst/>
              <a:ahLst/>
              <a:cxnLst/>
              <a:rect l="l" t="t" r="r" b="b"/>
              <a:pathLst>
                <a:path w="15770225" h="125729" extrusionOk="0">
                  <a:moveTo>
                    <a:pt x="0" y="125323"/>
                  </a:moveTo>
                  <a:lnTo>
                    <a:pt x="15770133" y="125323"/>
                  </a:lnTo>
                  <a:lnTo>
                    <a:pt x="15770133" y="0"/>
                  </a:lnTo>
                  <a:lnTo>
                    <a:pt x="0" y="0"/>
                  </a:lnTo>
                  <a:lnTo>
                    <a:pt x="0" y="125323"/>
                  </a:lnTo>
                  <a:close/>
                </a:path>
              </a:pathLst>
            </a:custGeom>
            <a:solidFill>
              <a:srgbClr val="202E5E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  <p:sp>
          <p:nvSpPr>
            <p:cNvPr id="249" name="Google Shape;249;p11"/>
            <p:cNvSpPr/>
            <p:nvPr/>
          </p:nvSpPr>
          <p:spPr>
            <a:xfrm>
              <a:off x="15770133" y="11183609"/>
              <a:ext cx="4334510" cy="125095"/>
            </a:xfrm>
            <a:custGeom>
              <a:avLst/>
              <a:gdLst/>
              <a:ahLst/>
              <a:cxnLst/>
              <a:rect l="l" t="t" r="r" b="b"/>
              <a:pathLst>
                <a:path w="4334509" h="125095" extrusionOk="0">
                  <a:moveTo>
                    <a:pt x="0" y="124946"/>
                  </a:moveTo>
                  <a:lnTo>
                    <a:pt x="0" y="0"/>
                  </a:lnTo>
                  <a:lnTo>
                    <a:pt x="4333965" y="0"/>
                  </a:lnTo>
                  <a:lnTo>
                    <a:pt x="4333965" y="124946"/>
                  </a:lnTo>
                  <a:lnTo>
                    <a:pt x="0" y="124946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</p:grpSp>
      <p:sp>
        <p:nvSpPr>
          <p:cNvPr id="250" name="Google Shape;250;p11"/>
          <p:cNvSpPr txBox="1"/>
          <p:nvPr/>
        </p:nvSpPr>
        <p:spPr>
          <a:xfrm>
            <a:off x="818606" y="1848622"/>
            <a:ext cx="1823084" cy="1015622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60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I3</a:t>
            </a:r>
            <a:endParaRPr sz="6000" b="1" dirty="0">
              <a:solidFill>
                <a:srgbClr val="202E5E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KoPubWorld바탕체 Medium"/>
              <a:sym typeface="NanumGothic ExtraBold"/>
            </a:endParaRPr>
          </a:p>
        </p:txBody>
      </p:sp>
      <p:sp>
        <p:nvSpPr>
          <p:cNvPr id="15" name="Google Shape;250;p11"/>
          <p:cNvSpPr txBox="1"/>
          <p:nvPr/>
        </p:nvSpPr>
        <p:spPr>
          <a:xfrm>
            <a:off x="3788697" y="1332639"/>
            <a:ext cx="13812747" cy="830956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48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최종 구현 목표</a:t>
            </a:r>
            <a:endParaRPr lang="en-US" altLang="ko-KR" sz="4800" b="1" dirty="0">
              <a:solidFill>
                <a:srgbClr val="202E5E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KoPubWorld바탕체 Medium"/>
              <a:sym typeface="NanumGothic ExtraBold"/>
            </a:endParaRPr>
          </a:p>
        </p:txBody>
      </p:sp>
      <p:sp>
        <p:nvSpPr>
          <p:cNvPr id="6" name="내용 개체 틀 2"/>
          <p:cNvSpPr txBox="1"/>
          <p:nvPr/>
        </p:nvSpPr>
        <p:spPr>
          <a:xfrm>
            <a:off x="11163858" y="6259376"/>
            <a:ext cx="7021224" cy="741858"/>
          </a:xfrm>
          <a:prstGeom prst="rect">
            <a:avLst/>
          </a:prstGeom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lnSpc>
                <a:spcPct val="150000"/>
              </a:lnSpc>
              <a:defRPr/>
            </a:pPr>
            <a:endParaRPr lang="ko-KR" altLang="en-US" sz="4400">
              <a:latin typeface="KoPubWorld바탕체 Medium"/>
              <a:ea typeface="KoPubWorld바탕체 Medium"/>
              <a:cs typeface="KoPubWorld바탕체 Medium"/>
            </a:endParaRP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8301D10F-914C-E965-93A7-E70F4A60FABE}"/>
              </a:ext>
            </a:extLst>
          </p:cNvPr>
          <p:cNvSpPr/>
          <p:nvPr/>
        </p:nvSpPr>
        <p:spPr>
          <a:xfrm>
            <a:off x="3788697" y="2735520"/>
            <a:ext cx="6384255" cy="4468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모바일 앱 (React Native)</a:t>
            </a:r>
            <a:endParaRPr lang="en-US" sz="2800" dirty="0"/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D100E1A3-BA35-23B7-B075-A0A8FA565CE2}"/>
              </a:ext>
            </a:extLst>
          </p:cNvPr>
          <p:cNvSpPr/>
          <p:nvPr/>
        </p:nvSpPr>
        <p:spPr>
          <a:xfrm>
            <a:off x="3788697" y="3262221"/>
            <a:ext cx="6863074" cy="2234489"/>
          </a:xfrm>
          <a:prstGeom prst="rect">
            <a:avLst/>
          </a:prstGeom>
          <a:solidFill>
            <a:srgbClr val="E8F4F8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ko-KR" altLang="en-US" sz="4000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9FBCBDD8-96DC-8F1D-DF83-B6F079D8B726}"/>
              </a:ext>
            </a:extLst>
          </p:cNvPr>
          <p:cNvSpPr/>
          <p:nvPr/>
        </p:nvSpPr>
        <p:spPr>
          <a:xfrm>
            <a:off x="4028107" y="3421828"/>
            <a:ext cx="6384255" cy="4468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2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44BE0DB-6F7A-924F-2743-88801CC966C8}"/>
              </a:ext>
            </a:extLst>
          </p:cNvPr>
          <p:cNvSpPr/>
          <p:nvPr/>
        </p:nvSpPr>
        <p:spPr>
          <a:xfrm>
            <a:off x="4028107" y="3900647"/>
            <a:ext cx="6384255" cy="14364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채팅 UI 기반 대화형 인터페이스</a:t>
            </a:r>
            <a:endParaRPr lang="en-US" sz="2000" dirty="0"/>
          </a:p>
          <a:p>
            <a:r>
              <a:rPr lang="en-US" sz="2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ko-KR" altLang="en-US" sz="2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</a:t>
            </a:r>
            <a:r>
              <a:rPr lang="en-US" sz="2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질문 → AI가 답변</a:t>
            </a:r>
            <a:endParaRPr lang="en-US" sz="2000" dirty="0"/>
          </a:p>
          <a:p>
            <a:r>
              <a:rPr lang="en-US" sz="2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실시간 알림 수신 (위험 상황)</a:t>
            </a:r>
            <a:endParaRPr lang="en-US" sz="2000" dirty="0"/>
          </a:p>
          <a:p>
            <a:r>
              <a:rPr lang="en-US" sz="2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하루 요약 리포트 확인</a:t>
            </a:r>
            <a:endParaRPr lang="en-US" sz="2000" dirty="0"/>
          </a:p>
        </p:txBody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60A4C9C7-2972-7CE7-B78A-860D30B143AB}"/>
              </a:ext>
            </a:extLst>
          </p:cNvPr>
          <p:cNvSpPr/>
          <p:nvPr/>
        </p:nvSpPr>
        <p:spPr>
          <a:xfrm>
            <a:off x="3788696" y="5729512"/>
            <a:ext cx="6384255" cy="4468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 예시</a:t>
            </a:r>
            <a:endParaRPr lang="en-US" sz="2800" dirty="0"/>
          </a:p>
        </p:txBody>
      </p:sp>
      <p:sp>
        <p:nvSpPr>
          <p:cNvPr id="38" name="Shape 35">
            <a:extLst>
              <a:ext uri="{FF2B5EF4-FFF2-40B4-BE49-F238E27FC236}">
                <a16:creationId xmlns:a16="http://schemas.microsoft.com/office/drawing/2014/main" id="{518E6B5F-B7B7-66E6-8150-CA08202D88D9}"/>
              </a:ext>
            </a:extLst>
          </p:cNvPr>
          <p:cNvSpPr/>
          <p:nvPr/>
        </p:nvSpPr>
        <p:spPr>
          <a:xfrm>
            <a:off x="3868500" y="6294743"/>
            <a:ext cx="6703468" cy="558622"/>
          </a:xfrm>
          <a:prstGeom prst="rect">
            <a:avLst/>
          </a:prstGeom>
          <a:solidFill>
            <a:srgbClr val="E8F4F8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 sz="4000"/>
          </a:p>
        </p:txBody>
      </p:sp>
      <p:sp>
        <p:nvSpPr>
          <p:cNvPr id="39" name="Text 36">
            <a:extLst>
              <a:ext uri="{FF2B5EF4-FFF2-40B4-BE49-F238E27FC236}">
                <a16:creationId xmlns:a16="http://schemas.microsoft.com/office/drawing/2014/main" id="{157B1912-E466-32EC-A5CD-41F1DBDAFF30}"/>
              </a:ext>
            </a:extLst>
          </p:cNvPr>
          <p:cNvSpPr/>
          <p:nvPr/>
        </p:nvSpPr>
        <p:spPr>
          <a:xfrm>
            <a:off x="4107910" y="6374546"/>
            <a:ext cx="6384255" cy="399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"오늘 누가 집에 왔어?"</a:t>
            </a:r>
            <a:endParaRPr lang="en-US" sz="2000" dirty="0"/>
          </a:p>
        </p:txBody>
      </p:sp>
      <p:sp>
        <p:nvSpPr>
          <p:cNvPr id="40" name="Shape 37">
            <a:extLst>
              <a:ext uri="{FF2B5EF4-FFF2-40B4-BE49-F238E27FC236}">
                <a16:creationId xmlns:a16="http://schemas.microsoft.com/office/drawing/2014/main" id="{6E4634CE-A4A8-07A8-E200-F1C93043189B}"/>
              </a:ext>
            </a:extLst>
          </p:cNvPr>
          <p:cNvSpPr/>
          <p:nvPr/>
        </p:nvSpPr>
        <p:spPr>
          <a:xfrm>
            <a:off x="3868500" y="6901247"/>
            <a:ext cx="6703468" cy="55862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 sz="4000"/>
          </a:p>
        </p:txBody>
      </p:sp>
      <p:sp>
        <p:nvSpPr>
          <p:cNvPr id="41" name="Text 38">
            <a:extLst>
              <a:ext uri="{FF2B5EF4-FFF2-40B4-BE49-F238E27FC236}">
                <a16:creationId xmlns:a16="http://schemas.microsoft.com/office/drawing/2014/main" id="{AB851783-7BCF-8664-46EF-E658CFE8FE48}"/>
              </a:ext>
            </a:extLst>
          </p:cNvPr>
          <p:cNvSpPr/>
          <p:nvPr/>
        </p:nvSpPr>
        <p:spPr>
          <a:xfrm>
            <a:off x="4107910" y="6981050"/>
            <a:ext cx="6384255" cy="399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"아이가 언제 학교에서 돌아왔어?"</a:t>
            </a:r>
            <a:endParaRPr lang="en-US" sz="2000" dirty="0"/>
          </a:p>
        </p:txBody>
      </p:sp>
      <p:sp>
        <p:nvSpPr>
          <p:cNvPr id="42" name="Shape 41">
            <a:extLst>
              <a:ext uri="{FF2B5EF4-FFF2-40B4-BE49-F238E27FC236}">
                <a16:creationId xmlns:a16="http://schemas.microsoft.com/office/drawing/2014/main" id="{93B23286-352D-67BB-ECFF-E77A00864005}"/>
              </a:ext>
            </a:extLst>
          </p:cNvPr>
          <p:cNvSpPr/>
          <p:nvPr/>
        </p:nvSpPr>
        <p:spPr>
          <a:xfrm>
            <a:off x="3868500" y="7523712"/>
            <a:ext cx="6703468" cy="55862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 sz="4000"/>
          </a:p>
        </p:txBody>
      </p:sp>
      <p:sp>
        <p:nvSpPr>
          <p:cNvPr id="43" name="Text 42">
            <a:extLst>
              <a:ext uri="{FF2B5EF4-FFF2-40B4-BE49-F238E27FC236}">
                <a16:creationId xmlns:a16="http://schemas.microsoft.com/office/drawing/2014/main" id="{AD14F6B9-9A6A-0B61-CA1F-46E03630CA3A}"/>
              </a:ext>
            </a:extLst>
          </p:cNvPr>
          <p:cNvSpPr/>
          <p:nvPr/>
        </p:nvSpPr>
        <p:spPr>
          <a:xfrm>
            <a:off x="4107910" y="7603515"/>
            <a:ext cx="6384255" cy="399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"이번 주 방문 기록 보여줘"</a:t>
            </a:r>
            <a:endParaRPr lang="en-US" sz="2000" dirty="0"/>
          </a:p>
        </p:txBody>
      </p:sp>
      <p:sp>
        <p:nvSpPr>
          <p:cNvPr id="2" name="Text 34">
            <a:extLst>
              <a:ext uri="{FF2B5EF4-FFF2-40B4-BE49-F238E27FC236}">
                <a16:creationId xmlns:a16="http://schemas.microsoft.com/office/drawing/2014/main" id="{80BA324F-900B-CDE5-1DB9-8ACCDB89C064}"/>
              </a:ext>
            </a:extLst>
          </p:cNvPr>
          <p:cNvSpPr/>
          <p:nvPr/>
        </p:nvSpPr>
        <p:spPr>
          <a:xfrm>
            <a:off x="3788696" y="8327178"/>
            <a:ext cx="6384255" cy="4468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800" b="1" dirty="0">
                <a:solidFill>
                  <a:srgbClr val="D85A30"/>
                </a:solidFill>
                <a:latin typeface="Arial" pitchFamily="34" charset="0"/>
                <a:cs typeface="Arial" pitchFamily="34" charset="-120"/>
              </a:rPr>
              <a:t>실시간 알림</a:t>
            </a:r>
            <a:endParaRPr lang="en-US" sz="2800" dirty="0"/>
          </a:p>
        </p:txBody>
      </p:sp>
      <p:sp>
        <p:nvSpPr>
          <p:cNvPr id="55" name="Shape 18">
            <a:extLst>
              <a:ext uri="{FF2B5EF4-FFF2-40B4-BE49-F238E27FC236}">
                <a16:creationId xmlns:a16="http://schemas.microsoft.com/office/drawing/2014/main" id="{F494F606-8772-552D-353F-DEF5509FA6B1}"/>
              </a:ext>
            </a:extLst>
          </p:cNvPr>
          <p:cNvSpPr/>
          <p:nvPr/>
        </p:nvSpPr>
        <p:spPr>
          <a:xfrm>
            <a:off x="4009930" y="8865966"/>
            <a:ext cx="2069115" cy="10972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56" name="Text 19">
            <a:extLst>
              <a:ext uri="{FF2B5EF4-FFF2-40B4-BE49-F238E27FC236}">
                <a16:creationId xmlns:a16="http://schemas.microsoft.com/office/drawing/2014/main" id="{AF06D368-9EDB-1AA6-A7B9-F52A5D623F42}"/>
              </a:ext>
            </a:extLst>
          </p:cNvPr>
          <p:cNvSpPr/>
          <p:nvPr/>
        </p:nvSpPr>
        <p:spPr>
          <a:xfrm>
            <a:off x="4030988" y="8942597"/>
            <a:ext cx="1780801" cy="419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</a:t>
            </a:r>
            <a:r>
              <a:rPr lang="ko-KR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정상</a:t>
            </a:r>
            <a:endParaRPr lang="en-US" sz="1600" dirty="0"/>
          </a:p>
        </p:txBody>
      </p:sp>
      <p:sp>
        <p:nvSpPr>
          <p:cNvPr id="57" name="Text 20">
            <a:extLst>
              <a:ext uri="{FF2B5EF4-FFF2-40B4-BE49-F238E27FC236}">
                <a16:creationId xmlns:a16="http://schemas.microsoft.com/office/drawing/2014/main" id="{933A92EC-9649-0DE4-2399-CC1938FC0FA7}"/>
              </a:ext>
            </a:extLst>
          </p:cNvPr>
          <p:cNvSpPr/>
          <p:nvPr/>
        </p:nvSpPr>
        <p:spPr>
          <a:xfrm>
            <a:off x="3912228" y="9414606"/>
            <a:ext cx="21336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ko-KR" altLang="en-US" sz="1333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초인종</a:t>
            </a:r>
            <a:r>
              <a:rPr lang="en-US" altLang="ko-KR" sz="1333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ko-KR" altLang="en-US" sz="1333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노크 소리</a:t>
            </a:r>
            <a:endParaRPr lang="en-US" altLang="ko-KR" sz="1333" dirty="0">
              <a:solidFill>
                <a:srgbClr val="E8F4F8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ctr"/>
            <a:r>
              <a:rPr lang="ko-KR" altLang="en-US" sz="1333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 열고 닫힘</a:t>
            </a:r>
            <a:r>
              <a:rPr lang="en-US" altLang="ko-KR" sz="1333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ko-KR" altLang="en-US" sz="1333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택배</a:t>
            </a:r>
            <a:endParaRPr lang="en-US" sz="1333" dirty="0"/>
          </a:p>
        </p:txBody>
      </p:sp>
      <p:sp>
        <p:nvSpPr>
          <p:cNvPr id="58" name="Shape 21">
            <a:extLst>
              <a:ext uri="{FF2B5EF4-FFF2-40B4-BE49-F238E27FC236}">
                <a16:creationId xmlns:a16="http://schemas.microsoft.com/office/drawing/2014/main" id="{B01F9FCA-2789-AC82-2A58-93906DECA933}"/>
              </a:ext>
            </a:extLst>
          </p:cNvPr>
          <p:cNvSpPr/>
          <p:nvPr/>
        </p:nvSpPr>
        <p:spPr>
          <a:xfrm>
            <a:off x="6225969" y="8874144"/>
            <a:ext cx="2055177" cy="1097280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59" name="Text 22">
            <a:extLst>
              <a:ext uri="{FF2B5EF4-FFF2-40B4-BE49-F238E27FC236}">
                <a16:creationId xmlns:a16="http://schemas.microsoft.com/office/drawing/2014/main" id="{E6C8C887-E0BB-F4DA-01B4-78DEF7A0F284}"/>
              </a:ext>
            </a:extLst>
          </p:cNvPr>
          <p:cNvSpPr/>
          <p:nvPr/>
        </p:nvSpPr>
        <p:spPr>
          <a:xfrm>
            <a:off x="6079343" y="8972254"/>
            <a:ext cx="1934249" cy="4347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</a:t>
            </a:r>
            <a:r>
              <a:rPr lang="ko-KR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주의</a:t>
            </a:r>
            <a:endParaRPr lang="en-US" sz="1600" dirty="0"/>
          </a:p>
        </p:txBody>
      </p:sp>
      <p:sp>
        <p:nvSpPr>
          <p:cNvPr id="60" name="Text 23">
            <a:extLst>
              <a:ext uri="{FF2B5EF4-FFF2-40B4-BE49-F238E27FC236}">
                <a16:creationId xmlns:a16="http://schemas.microsoft.com/office/drawing/2014/main" id="{B7FEED2C-D6B7-16AD-74F5-E16EEB27113A}"/>
              </a:ext>
            </a:extLst>
          </p:cNvPr>
          <p:cNvSpPr/>
          <p:nvPr/>
        </p:nvSpPr>
        <p:spPr>
          <a:xfrm>
            <a:off x="6210007" y="9432526"/>
            <a:ext cx="2084230" cy="4706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ko-KR" altLang="en-US" sz="1333" dirty="0">
                <a:solidFill>
                  <a:srgbClr val="E8F4F8"/>
                </a:solidFill>
                <a:latin typeface="Arial" pitchFamily="34" charset="0"/>
                <a:cs typeface="Arial" pitchFamily="34" charset="-120"/>
              </a:rPr>
              <a:t>반려동물 울음소리</a:t>
            </a:r>
            <a:r>
              <a:rPr lang="en-US" altLang="ko-KR" sz="1333" dirty="0">
                <a:solidFill>
                  <a:srgbClr val="E8F4F8"/>
                </a:solidFill>
                <a:latin typeface="Arial" pitchFamily="34" charset="0"/>
                <a:cs typeface="Arial" pitchFamily="34" charset="-120"/>
              </a:rPr>
              <a:t>,</a:t>
            </a:r>
          </a:p>
          <a:p>
            <a:pPr algn="ctr"/>
            <a:r>
              <a:rPr lang="ko-KR" altLang="en-US" sz="1333" dirty="0">
                <a:solidFill>
                  <a:srgbClr val="E8F4F8"/>
                </a:solidFill>
                <a:latin typeface="Arial" pitchFamily="34" charset="0"/>
                <a:cs typeface="Arial" pitchFamily="34" charset="-120"/>
              </a:rPr>
              <a:t>아기 울음소리</a:t>
            </a:r>
            <a:endParaRPr lang="en-US" sz="1333" dirty="0"/>
          </a:p>
        </p:txBody>
      </p:sp>
      <p:sp>
        <p:nvSpPr>
          <p:cNvPr id="61" name="Shape 24">
            <a:extLst>
              <a:ext uri="{FF2B5EF4-FFF2-40B4-BE49-F238E27FC236}">
                <a16:creationId xmlns:a16="http://schemas.microsoft.com/office/drawing/2014/main" id="{EA1D9FFC-4FAA-8C48-A4DC-8D072020B7F2}"/>
              </a:ext>
            </a:extLst>
          </p:cNvPr>
          <p:cNvSpPr/>
          <p:nvPr/>
        </p:nvSpPr>
        <p:spPr>
          <a:xfrm>
            <a:off x="8434917" y="8883886"/>
            <a:ext cx="2084230" cy="1097280"/>
          </a:xfrm>
          <a:prstGeom prst="rect">
            <a:avLst/>
          </a:prstGeom>
          <a:solidFill>
            <a:srgbClr val="D85A30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62" name="Text 25">
            <a:extLst>
              <a:ext uri="{FF2B5EF4-FFF2-40B4-BE49-F238E27FC236}">
                <a16:creationId xmlns:a16="http://schemas.microsoft.com/office/drawing/2014/main" id="{2E4FD729-02E2-292E-9359-726FE3BFB38B}"/>
              </a:ext>
            </a:extLst>
          </p:cNvPr>
          <p:cNvSpPr/>
          <p:nvPr/>
        </p:nvSpPr>
        <p:spPr>
          <a:xfrm>
            <a:off x="8408435" y="9167363"/>
            <a:ext cx="1928676" cy="3390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🚨 </a:t>
            </a:r>
            <a:r>
              <a:rPr lang="ko-KR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</a:t>
            </a:r>
            <a:endParaRPr lang="en-US" altLang="ko-KR" sz="1600" dirty="0"/>
          </a:p>
          <a:p>
            <a:pPr algn="ctr"/>
            <a:endParaRPr lang="en-US" sz="1600" dirty="0"/>
          </a:p>
        </p:txBody>
      </p:sp>
      <p:sp>
        <p:nvSpPr>
          <p:cNvPr id="63" name="Text 26">
            <a:extLst>
              <a:ext uri="{FF2B5EF4-FFF2-40B4-BE49-F238E27FC236}">
                <a16:creationId xmlns:a16="http://schemas.microsoft.com/office/drawing/2014/main" id="{80C70F4B-9D8A-A5AA-602A-3D50E1C65CA9}"/>
              </a:ext>
            </a:extLst>
          </p:cNvPr>
          <p:cNvSpPr/>
          <p:nvPr/>
        </p:nvSpPr>
        <p:spPr>
          <a:xfrm>
            <a:off x="8460458" y="9469037"/>
            <a:ext cx="21336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ko-KR" altLang="en-US" sz="1333" dirty="0">
                <a:solidFill>
                  <a:srgbClr val="E8F4F8"/>
                </a:solidFill>
                <a:latin typeface="Arial" pitchFamily="34" charset="0"/>
                <a:cs typeface="Arial" pitchFamily="34" charset="-120"/>
              </a:rPr>
              <a:t>화재경보</a:t>
            </a:r>
            <a:r>
              <a:rPr lang="en-US" altLang="ko-KR" sz="1333" dirty="0">
                <a:solidFill>
                  <a:srgbClr val="E8F4F8"/>
                </a:solidFill>
                <a:latin typeface="Arial" pitchFamily="34" charset="0"/>
                <a:cs typeface="Arial" pitchFamily="34" charset="-120"/>
              </a:rPr>
              <a:t>, </a:t>
            </a:r>
            <a:r>
              <a:rPr lang="ko-KR" altLang="en-US" sz="1333" dirty="0">
                <a:solidFill>
                  <a:srgbClr val="E8F4F8"/>
                </a:solidFill>
                <a:latin typeface="Arial" pitchFamily="34" charset="0"/>
                <a:cs typeface="Arial" pitchFamily="34" charset="-120"/>
              </a:rPr>
              <a:t>낙상 감지</a:t>
            </a:r>
            <a:r>
              <a:rPr lang="en-US" altLang="ko-KR" sz="1333" dirty="0">
                <a:solidFill>
                  <a:srgbClr val="E8F4F8"/>
                </a:solidFill>
                <a:latin typeface="Arial" pitchFamily="34" charset="0"/>
                <a:cs typeface="Arial" pitchFamily="34" charset="-120"/>
              </a:rPr>
              <a:t>, </a:t>
            </a:r>
          </a:p>
          <a:p>
            <a:pPr algn="ctr"/>
            <a:r>
              <a:rPr lang="ko-KR" altLang="en-US" sz="1333" dirty="0">
                <a:solidFill>
                  <a:srgbClr val="E8F4F8"/>
                </a:solidFill>
                <a:latin typeface="Arial" pitchFamily="34" charset="0"/>
                <a:cs typeface="Arial" pitchFamily="34" charset="-120"/>
              </a:rPr>
              <a:t>비명</a:t>
            </a:r>
            <a:r>
              <a:rPr lang="en-US" altLang="ko-KR" sz="1333" dirty="0">
                <a:solidFill>
                  <a:srgbClr val="E8F4F8"/>
                </a:solidFill>
                <a:latin typeface="Arial" pitchFamily="34" charset="0"/>
                <a:cs typeface="Arial" pitchFamily="34" charset="-120"/>
              </a:rPr>
              <a:t>, </a:t>
            </a:r>
            <a:r>
              <a:rPr lang="ko-KR" altLang="en-US" sz="1333" dirty="0">
                <a:solidFill>
                  <a:srgbClr val="E8F4F8"/>
                </a:solidFill>
                <a:latin typeface="Arial" pitchFamily="34" charset="0"/>
                <a:cs typeface="Arial" pitchFamily="34" charset="-120"/>
              </a:rPr>
              <a:t>고함</a:t>
            </a:r>
            <a:endParaRPr lang="en-US" sz="1333" dirty="0"/>
          </a:p>
        </p:txBody>
      </p:sp>
      <p:sp>
        <p:nvSpPr>
          <p:cNvPr id="192" name="Text 28">
            <a:extLst>
              <a:ext uri="{FF2B5EF4-FFF2-40B4-BE49-F238E27FC236}">
                <a16:creationId xmlns:a16="http://schemas.microsoft.com/office/drawing/2014/main" id="{02E3B981-DE6E-DA4B-4BD8-3A4635825EBC}"/>
              </a:ext>
            </a:extLst>
          </p:cNvPr>
          <p:cNvSpPr/>
          <p:nvPr/>
        </p:nvSpPr>
        <p:spPr>
          <a:xfrm>
            <a:off x="7693586" y="8983348"/>
            <a:ext cx="21336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16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0AB5E08-51C5-974B-5DC6-D1411C295994}"/>
              </a:ext>
            </a:extLst>
          </p:cNvPr>
          <p:cNvSpPr txBox="1"/>
          <p:nvPr/>
        </p:nvSpPr>
        <p:spPr>
          <a:xfrm>
            <a:off x="18844100" y="10877350"/>
            <a:ext cx="108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>
                <a:solidFill>
                  <a:srgbClr val="7F8C8D"/>
                </a:solidFill>
                <a:latin typeface="Arial"/>
              </a:rPr>
              <a:t>5</a:t>
            </a:r>
            <a:endParaRPr sz="1400" dirty="0">
              <a:solidFill>
                <a:srgbClr val="7F8C8D"/>
              </a:solidFill>
              <a:latin typeface="Arial"/>
            </a:endParaRPr>
          </a:p>
        </p:txBody>
      </p:sp>
      <p:pic>
        <p:nvPicPr>
          <p:cNvPr id="227" name="그림 226">
            <a:extLst>
              <a:ext uri="{FF2B5EF4-FFF2-40B4-BE49-F238E27FC236}">
                <a16:creationId xmlns:a16="http://schemas.microsoft.com/office/drawing/2014/main" id="{7FEBFF6D-C8B8-C92B-6D37-57EEB2A384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77961" y="2921037"/>
            <a:ext cx="4372585" cy="6982799"/>
          </a:xfrm>
          <a:prstGeom prst="rect">
            <a:avLst/>
          </a:prstGeom>
        </p:spPr>
      </p:pic>
      <p:pic>
        <p:nvPicPr>
          <p:cNvPr id="229" name="그림 228">
            <a:extLst>
              <a:ext uri="{FF2B5EF4-FFF2-40B4-BE49-F238E27FC236}">
                <a16:creationId xmlns:a16="http://schemas.microsoft.com/office/drawing/2014/main" id="{FECC5263-BCA2-6A17-26BA-73606C8E28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49473" y="2921036"/>
            <a:ext cx="4486901" cy="6982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177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8C6E2-36DD-20A4-F09F-DB48B799C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">
            <a:extLst>
              <a:ext uri="{FF2B5EF4-FFF2-40B4-BE49-F238E27FC236}">
                <a16:creationId xmlns:a16="http://schemas.microsoft.com/office/drawing/2014/main" id="{FE3432BC-CB6F-AE65-5717-6BBE4AE7AA97}"/>
              </a:ext>
            </a:extLst>
          </p:cNvPr>
          <p:cNvSpPr/>
          <p:nvPr/>
        </p:nvSpPr>
        <p:spPr>
          <a:xfrm>
            <a:off x="-2" y="3682350"/>
            <a:ext cx="20104100" cy="3535052"/>
          </a:xfrm>
          <a:custGeom>
            <a:avLst/>
            <a:gdLst/>
            <a:ahLst/>
            <a:cxnLst/>
            <a:rect l="l" t="t" r="r" b="b"/>
            <a:pathLst>
              <a:path w="20104100" h="11308715" extrusionOk="0">
                <a:moveTo>
                  <a:pt x="20104100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100" y="11308556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dirty="0"/>
          </a:p>
        </p:txBody>
      </p:sp>
      <p:sp>
        <p:nvSpPr>
          <p:cNvPr id="50" name="Google Shape;50;p1">
            <a:extLst>
              <a:ext uri="{FF2B5EF4-FFF2-40B4-BE49-F238E27FC236}">
                <a16:creationId xmlns:a16="http://schemas.microsoft.com/office/drawing/2014/main" id="{BD933320-545A-6B8F-FC20-0E6E6660E773}"/>
              </a:ext>
            </a:extLst>
          </p:cNvPr>
          <p:cNvSpPr/>
          <p:nvPr/>
        </p:nvSpPr>
        <p:spPr>
          <a:xfrm>
            <a:off x="83735" y="3850384"/>
            <a:ext cx="872907" cy="939209"/>
          </a:xfrm>
          <a:custGeom>
            <a:avLst/>
            <a:gdLst/>
            <a:ahLst/>
            <a:cxnLst/>
            <a:rect l="l" t="t" r="r" b="b"/>
            <a:pathLst>
              <a:path w="2731135" h="2731770" extrusionOk="0">
                <a:moveTo>
                  <a:pt x="2730903" y="0"/>
                </a:moveTo>
                <a:lnTo>
                  <a:pt x="6408" y="0"/>
                </a:lnTo>
                <a:lnTo>
                  <a:pt x="0" y="6646"/>
                </a:lnTo>
                <a:lnTo>
                  <a:pt x="0" y="1820778"/>
                </a:lnTo>
                <a:lnTo>
                  <a:pt x="910137" y="1820778"/>
                </a:lnTo>
                <a:lnTo>
                  <a:pt x="910137" y="2731217"/>
                </a:lnTo>
                <a:lnTo>
                  <a:pt x="2725600" y="2731217"/>
                </a:lnTo>
                <a:lnTo>
                  <a:pt x="2730903" y="2726354"/>
                </a:lnTo>
                <a:lnTo>
                  <a:pt x="2730903" y="0"/>
                </a:lnTo>
                <a:close/>
              </a:path>
            </a:pathLst>
          </a:custGeom>
          <a:solidFill>
            <a:srgbClr val="202E5E"/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1" name="Google Shape;51;p1">
            <a:extLst>
              <a:ext uri="{FF2B5EF4-FFF2-40B4-BE49-F238E27FC236}">
                <a16:creationId xmlns:a16="http://schemas.microsoft.com/office/drawing/2014/main" id="{A83D9B60-5DFB-70C4-E1BB-58974F619980}"/>
              </a:ext>
            </a:extLst>
          </p:cNvPr>
          <p:cNvSpPr/>
          <p:nvPr/>
        </p:nvSpPr>
        <p:spPr>
          <a:xfrm>
            <a:off x="83735" y="6089284"/>
            <a:ext cx="868373" cy="940012"/>
          </a:xfrm>
          <a:custGeom>
            <a:avLst/>
            <a:gdLst/>
            <a:ahLst/>
            <a:cxnLst/>
            <a:rect l="l" t="t" r="r" b="b"/>
            <a:pathLst>
              <a:path w="2714625" h="2731770" extrusionOk="0">
                <a:moveTo>
                  <a:pt x="2708950" y="0"/>
                </a:moveTo>
                <a:lnTo>
                  <a:pt x="0" y="0"/>
                </a:lnTo>
                <a:lnTo>
                  <a:pt x="0" y="2731217"/>
                </a:lnTo>
                <a:lnTo>
                  <a:pt x="2708485" y="2731217"/>
                </a:lnTo>
                <a:lnTo>
                  <a:pt x="2714102" y="2725286"/>
                </a:lnTo>
                <a:lnTo>
                  <a:pt x="2714102" y="1820778"/>
                </a:lnTo>
                <a:lnTo>
                  <a:pt x="1803688" y="1820778"/>
                </a:lnTo>
                <a:lnTo>
                  <a:pt x="1803688" y="910288"/>
                </a:lnTo>
                <a:lnTo>
                  <a:pt x="2714102" y="910288"/>
                </a:lnTo>
                <a:lnTo>
                  <a:pt x="2714102" y="5076"/>
                </a:lnTo>
                <a:lnTo>
                  <a:pt x="2708950" y="0"/>
                </a:lnTo>
                <a:close/>
              </a:path>
            </a:pathLst>
          </a:custGeom>
          <a:solidFill>
            <a:srgbClr val="202E5E"/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6" name="Google Shape;56;p1">
            <a:extLst>
              <a:ext uri="{FF2B5EF4-FFF2-40B4-BE49-F238E27FC236}">
                <a16:creationId xmlns:a16="http://schemas.microsoft.com/office/drawing/2014/main" id="{CAF03B35-82BB-E950-581A-C016CD080E35}"/>
              </a:ext>
            </a:extLst>
          </p:cNvPr>
          <p:cNvSpPr/>
          <p:nvPr/>
        </p:nvSpPr>
        <p:spPr>
          <a:xfrm>
            <a:off x="83735" y="4967088"/>
            <a:ext cx="872907" cy="944701"/>
          </a:xfrm>
          <a:custGeom>
            <a:avLst/>
            <a:gdLst/>
            <a:ahLst/>
            <a:cxnLst/>
            <a:rect l="l" t="t" r="r" b="b"/>
            <a:pathLst>
              <a:path w="2245995" h="2245359" extrusionOk="0">
                <a:moveTo>
                  <a:pt x="2239910" y="0"/>
                </a:moveTo>
                <a:lnTo>
                  <a:pt x="2233427" y="0"/>
                </a:lnTo>
                <a:lnTo>
                  <a:pt x="5340" y="0"/>
                </a:lnTo>
                <a:lnTo>
                  <a:pt x="0" y="5490"/>
                </a:lnTo>
                <a:lnTo>
                  <a:pt x="0" y="2245263"/>
                </a:lnTo>
                <a:lnTo>
                  <a:pt x="583471" y="2245263"/>
                </a:lnTo>
                <a:lnTo>
                  <a:pt x="1122726" y="1496813"/>
                </a:lnTo>
                <a:lnTo>
                  <a:pt x="1662169" y="2245263"/>
                </a:lnTo>
                <a:lnTo>
                  <a:pt x="2245401" y="2245263"/>
                </a:lnTo>
                <a:lnTo>
                  <a:pt x="2245401" y="5490"/>
                </a:lnTo>
                <a:lnTo>
                  <a:pt x="2239910" y="0"/>
                </a:lnTo>
                <a:close/>
              </a:path>
            </a:pathLst>
          </a:custGeom>
          <a:solidFill>
            <a:srgbClr val="202E5E">
              <a:alpha val="98000"/>
            </a:srgbClr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17" name="Google Shape;53;p1">
            <a:extLst>
              <a:ext uri="{FF2B5EF4-FFF2-40B4-BE49-F238E27FC236}">
                <a16:creationId xmlns:a16="http://schemas.microsoft.com/office/drawing/2014/main" id="{A47C1F14-9162-127A-396F-6D35EDE19C9B}"/>
              </a:ext>
            </a:extLst>
          </p:cNvPr>
          <p:cNvSpPr txBox="1"/>
          <p:nvPr/>
        </p:nvSpPr>
        <p:spPr>
          <a:xfrm>
            <a:off x="4176396" y="4654628"/>
            <a:ext cx="11751304" cy="156962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9600" b="1" dirty="0">
                <a:solidFill>
                  <a:schemeClr val="lt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</a:rPr>
              <a:t>Edge Device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7A8D420-A4EF-51A3-FFA6-35012C25B51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252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D45B1-A5EA-D988-B31A-5E4782118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">
            <a:extLst>
              <a:ext uri="{FF2B5EF4-FFF2-40B4-BE49-F238E27FC236}">
                <a16:creationId xmlns:a16="http://schemas.microsoft.com/office/drawing/2014/main" id="{5B9D9661-574C-D3E8-F1AE-74F52CD8FECE}"/>
              </a:ext>
            </a:extLst>
          </p:cNvPr>
          <p:cNvSpPr/>
          <p:nvPr/>
        </p:nvSpPr>
        <p:spPr>
          <a:xfrm>
            <a:off x="0" y="0"/>
            <a:ext cx="20104100" cy="638810"/>
          </a:xfrm>
          <a:custGeom>
            <a:avLst/>
            <a:gdLst/>
            <a:ahLst/>
            <a:cxnLst/>
            <a:rect l="l" t="t" r="r" b="b"/>
            <a:pathLst>
              <a:path w="20104100" h="638810" extrusionOk="0">
                <a:moveTo>
                  <a:pt x="20104100" y="0"/>
                </a:moveTo>
                <a:lnTo>
                  <a:pt x="0" y="0"/>
                </a:lnTo>
                <a:lnTo>
                  <a:pt x="0" y="638757"/>
                </a:lnTo>
                <a:lnTo>
                  <a:pt x="20104100" y="638757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3" name="Google Shape;243;p11">
            <a:extLst>
              <a:ext uri="{FF2B5EF4-FFF2-40B4-BE49-F238E27FC236}">
                <a16:creationId xmlns:a16="http://schemas.microsoft.com/office/drawing/2014/main" id="{33FDD2F8-AB27-EE36-7EC0-621DC9153EAF}"/>
              </a:ext>
            </a:extLst>
          </p:cNvPr>
          <p:cNvSpPr/>
          <p:nvPr/>
        </p:nvSpPr>
        <p:spPr>
          <a:xfrm>
            <a:off x="3788697" y="2398027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5" name="Google Shape;245;p11">
            <a:extLst>
              <a:ext uri="{FF2B5EF4-FFF2-40B4-BE49-F238E27FC236}">
                <a16:creationId xmlns:a16="http://schemas.microsoft.com/office/drawing/2014/main" id="{F4F416A7-08EC-EDD7-1FDB-FF21A2DC8081}"/>
              </a:ext>
            </a:extLst>
          </p:cNvPr>
          <p:cNvSpPr/>
          <p:nvPr/>
        </p:nvSpPr>
        <p:spPr>
          <a:xfrm>
            <a:off x="3788698" y="10263851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grpSp>
        <p:nvGrpSpPr>
          <p:cNvPr id="247" name="Google Shape;247;p11">
            <a:extLst>
              <a:ext uri="{FF2B5EF4-FFF2-40B4-BE49-F238E27FC236}">
                <a16:creationId xmlns:a16="http://schemas.microsoft.com/office/drawing/2014/main" id="{C73DFC55-8312-EAFA-CDF2-D75C998DADFF}"/>
              </a:ext>
            </a:extLst>
          </p:cNvPr>
          <p:cNvGrpSpPr/>
          <p:nvPr/>
        </p:nvGrpSpPr>
        <p:grpSpPr>
          <a:xfrm>
            <a:off x="0" y="11183232"/>
            <a:ext cx="20104644" cy="125730"/>
            <a:chOff x="0" y="11183232"/>
            <a:chExt cx="20104644" cy="125730"/>
          </a:xfrm>
        </p:grpSpPr>
        <p:sp>
          <p:nvSpPr>
            <p:cNvPr id="248" name="Google Shape;248;p11">
              <a:extLst>
                <a:ext uri="{FF2B5EF4-FFF2-40B4-BE49-F238E27FC236}">
                  <a16:creationId xmlns:a16="http://schemas.microsoft.com/office/drawing/2014/main" id="{B415FACC-1D61-A10F-B05B-BF805CF4BEC2}"/>
                </a:ext>
              </a:extLst>
            </p:cNvPr>
            <p:cNvSpPr/>
            <p:nvPr/>
          </p:nvSpPr>
          <p:spPr>
            <a:xfrm>
              <a:off x="0" y="11183232"/>
              <a:ext cx="15770225" cy="125730"/>
            </a:xfrm>
            <a:custGeom>
              <a:avLst/>
              <a:gdLst/>
              <a:ahLst/>
              <a:cxnLst/>
              <a:rect l="l" t="t" r="r" b="b"/>
              <a:pathLst>
                <a:path w="15770225" h="125729" extrusionOk="0">
                  <a:moveTo>
                    <a:pt x="0" y="125323"/>
                  </a:moveTo>
                  <a:lnTo>
                    <a:pt x="15770133" y="125323"/>
                  </a:lnTo>
                  <a:lnTo>
                    <a:pt x="15770133" y="0"/>
                  </a:lnTo>
                  <a:lnTo>
                    <a:pt x="0" y="0"/>
                  </a:lnTo>
                  <a:lnTo>
                    <a:pt x="0" y="125323"/>
                  </a:lnTo>
                  <a:close/>
                </a:path>
              </a:pathLst>
            </a:custGeom>
            <a:solidFill>
              <a:srgbClr val="202E5E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  <p:sp>
          <p:nvSpPr>
            <p:cNvPr id="249" name="Google Shape;249;p11">
              <a:extLst>
                <a:ext uri="{FF2B5EF4-FFF2-40B4-BE49-F238E27FC236}">
                  <a16:creationId xmlns:a16="http://schemas.microsoft.com/office/drawing/2014/main" id="{8342D471-1531-9AB1-6187-43A8A200C566}"/>
                </a:ext>
              </a:extLst>
            </p:cNvPr>
            <p:cNvSpPr/>
            <p:nvPr/>
          </p:nvSpPr>
          <p:spPr>
            <a:xfrm>
              <a:off x="15770133" y="11183609"/>
              <a:ext cx="4334510" cy="125095"/>
            </a:xfrm>
            <a:custGeom>
              <a:avLst/>
              <a:gdLst/>
              <a:ahLst/>
              <a:cxnLst/>
              <a:rect l="l" t="t" r="r" b="b"/>
              <a:pathLst>
                <a:path w="4334509" h="125095" extrusionOk="0">
                  <a:moveTo>
                    <a:pt x="0" y="124946"/>
                  </a:moveTo>
                  <a:lnTo>
                    <a:pt x="0" y="0"/>
                  </a:lnTo>
                  <a:lnTo>
                    <a:pt x="4333965" y="0"/>
                  </a:lnTo>
                  <a:lnTo>
                    <a:pt x="4333965" y="124946"/>
                  </a:lnTo>
                  <a:lnTo>
                    <a:pt x="0" y="124946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</p:grpSp>
      <p:sp>
        <p:nvSpPr>
          <p:cNvPr id="15" name="Google Shape;250;p11">
            <a:extLst>
              <a:ext uri="{FF2B5EF4-FFF2-40B4-BE49-F238E27FC236}">
                <a16:creationId xmlns:a16="http://schemas.microsoft.com/office/drawing/2014/main" id="{7CDD58F6-DE1D-7E84-82A9-F6035D0B4F04}"/>
              </a:ext>
            </a:extLst>
          </p:cNvPr>
          <p:cNvSpPr txBox="1"/>
          <p:nvPr/>
        </p:nvSpPr>
        <p:spPr>
          <a:xfrm>
            <a:off x="3788697" y="1332639"/>
            <a:ext cx="13812747" cy="830956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lvl="0">
              <a:defRPr/>
            </a:pPr>
            <a:r>
              <a:rPr lang="en-US" altLang="ko-KR" sz="48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Hardware </a:t>
            </a:r>
            <a:r>
              <a:rPr lang="ko-KR" altLang="en-US" sz="48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구성</a:t>
            </a:r>
          </a:p>
        </p:txBody>
      </p:sp>
      <p:sp>
        <p:nvSpPr>
          <p:cNvPr id="2" name="Shape 2">
            <a:extLst>
              <a:ext uri="{FF2B5EF4-FFF2-40B4-BE49-F238E27FC236}">
                <a16:creationId xmlns:a16="http://schemas.microsoft.com/office/drawing/2014/main" id="{6DB01ACB-816F-6BD3-08F3-FB5CD42B8A22}"/>
              </a:ext>
            </a:extLst>
          </p:cNvPr>
          <p:cNvSpPr/>
          <p:nvPr/>
        </p:nvSpPr>
        <p:spPr>
          <a:xfrm>
            <a:off x="669238" y="3330888"/>
            <a:ext cx="8599249" cy="1433657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2F5CBE81-5D35-5408-C109-6040D68AA883}"/>
              </a:ext>
            </a:extLst>
          </p:cNvPr>
          <p:cNvSpPr/>
          <p:nvPr/>
        </p:nvSpPr>
        <p:spPr>
          <a:xfrm>
            <a:off x="669239" y="3330888"/>
            <a:ext cx="171306" cy="1433657"/>
          </a:xfrm>
          <a:prstGeom prst="rect">
            <a:avLst/>
          </a:prstGeom>
          <a:solidFill>
            <a:srgbClr val="202E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66A39530-5446-F898-A9C8-7889F5D01CD8}"/>
              </a:ext>
            </a:extLst>
          </p:cNvPr>
          <p:cNvSpPr/>
          <p:nvPr/>
        </p:nvSpPr>
        <p:spPr>
          <a:xfrm>
            <a:off x="974978" y="3510531"/>
            <a:ext cx="8055901" cy="9875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4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Controller - </a:t>
            </a:r>
            <a:r>
              <a:rPr lang="en-US" altLang="ko-KR" sz="48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Rasberry</a:t>
            </a:r>
            <a:r>
              <a:rPr lang="en-US" altLang="ko-KR" sz="4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Pi 5</a:t>
            </a:r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BCA19CA2-F161-0523-E075-D4523BCA932E}"/>
              </a:ext>
            </a:extLst>
          </p:cNvPr>
          <p:cNvSpPr/>
          <p:nvPr/>
        </p:nvSpPr>
        <p:spPr>
          <a:xfrm>
            <a:off x="1908483" y="3899199"/>
            <a:ext cx="7469058" cy="5995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ko-KR" altLang="en-US" sz="1600" dirty="0"/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CDC17128-7987-97A1-2289-91CF2504D9EA}"/>
              </a:ext>
            </a:extLst>
          </p:cNvPr>
          <p:cNvSpPr/>
          <p:nvPr/>
        </p:nvSpPr>
        <p:spPr>
          <a:xfrm>
            <a:off x="669238" y="5683925"/>
            <a:ext cx="8599249" cy="1433657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D18600DF-E9BF-2A8E-3EDB-8926BAC338E4}"/>
              </a:ext>
            </a:extLst>
          </p:cNvPr>
          <p:cNvSpPr/>
          <p:nvPr/>
        </p:nvSpPr>
        <p:spPr>
          <a:xfrm>
            <a:off x="669239" y="5683925"/>
            <a:ext cx="171306" cy="1433657"/>
          </a:xfrm>
          <a:prstGeom prst="rect">
            <a:avLst/>
          </a:prstGeom>
          <a:solidFill>
            <a:srgbClr val="202E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02914D82-C824-DCAC-DDE0-319F2F34E681}"/>
              </a:ext>
            </a:extLst>
          </p:cNvPr>
          <p:cNvSpPr/>
          <p:nvPr/>
        </p:nvSpPr>
        <p:spPr>
          <a:xfrm>
            <a:off x="974978" y="5904217"/>
            <a:ext cx="8055901" cy="9875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4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- Camera Module V3</a:t>
            </a:r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FB103B2A-10C0-4B92-7701-D9106C89A9FE}"/>
              </a:ext>
            </a:extLst>
          </p:cNvPr>
          <p:cNvSpPr/>
          <p:nvPr/>
        </p:nvSpPr>
        <p:spPr>
          <a:xfrm>
            <a:off x="1908483" y="6252236"/>
            <a:ext cx="7469058" cy="5995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ko-KR" altLang="en-US" sz="1600" dirty="0"/>
          </a:p>
        </p:txBody>
      </p:sp>
      <p:sp>
        <p:nvSpPr>
          <p:cNvPr id="16" name="Shape 2">
            <a:extLst>
              <a:ext uri="{FF2B5EF4-FFF2-40B4-BE49-F238E27FC236}">
                <a16:creationId xmlns:a16="http://schemas.microsoft.com/office/drawing/2014/main" id="{D4157AC7-C016-2239-ECCB-1C270536B537}"/>
              </a:ext>
            </a:extLst>
          </p:cNvPr>
          <p:cNvSpPr/>
          <p:nvPr/>
        </p:nvSpPr>
        <p:spPr>
          <a:xfrm>
            <a:off x="669238" y="8036962"/>
            <a:ext cx="8599249" cy="1433657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06BA85B5-77E0-5EB4-DCD6-1290BA6F4174}"/>
              </a:ext>
            </a:extLst>
          </p:cNvPr>
          <p:cNvSpPr/>
          <p:nvPr/>
        </p:nvSpPr>
        <p:spPr>
          <a:xfrm>
            <a:off x="669239" y="8036962"/>
            <a:ext cx="171306" cy="1433657"/>
          </a:xfrm>
          <a:prstGeom prst="rect">
            <a:avLst/>
          </a:prstGeom>
          <a:solidFill>
            <a:srgbClr val="202E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DA7D9D69-126B-2100-6AFB-A4675AD82D39}"/>
              </a:ext>
            </a:extLst>
          </p:cNvPr>
          <p:cNvSpPr/>
          <p:nvPr/>
        </p:nvSpPr>
        <p:spPr>
          <a:xfrm>
            <a:off x="974978" y="8260028"/>
            <a:ext cx="8293509" cy="9875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4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- </a:t>
            </a:r>
            <a:r>
              <a:rPr lang="en-US" altLang="ko-KR" sz="48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ReSpeaker</a:t>
            </a:r>
            <a:r>
              <a:rPr lang="en-US" altLang="ko-KR" sz="4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2-Mic Pi HAT</a:t>
            </a:r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EE362BD7-2C84-3631-8241-F61502CC021C}"/>
              </a:ext>
            </a:extLst>
          </p:cNvPr>
          <p:cNvSpPr/>
          <p:nvPr/>
        </p:nvSpPr>
        <p:spPr>
          <a:xfrm>
            <a:off x="1908483" y="8605273"/>
            <a:ext cx="7469058" cy="5995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ko-KR" altLang="en-US" sz="1600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AE78F9B4-0DD6-B0C5-0198-956FFAC6BEE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pic>
        <p:nvPicPr>
          <p:cNvPr id="23" name="Google Shape;246;p11">
            <a:extLst>
              <a:ext uri="{FF2B5EF4-FFF2-40B4-BE49-F238E27FC236}">
                <a16:creationId xmlns:a16="http://schemas.microsoft.com/office/drawing/2014/main" id="{81389CC0-C27A-E814-85E1-690B32215BA0}"/>
              </a:ext>
            </a:extLst>
          </p:cNvPr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16544767" y="10517438"/>
            <a:ext cx="2113354" cy="29679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242;p11">
            <a:extLst>
              <a:ext uri="{FF2B5EF4-FFF2-40B4-BE49-F238E27FC236}">
                <a16:creationId xmlns:a16="http://schemas.microsoft.com/office/drawing/2014/main" id="{14636EF5-600D-B113-BE49-DE450B26F91D}"/>
              </a:ext>
            </a:extLst>
          </p:cNvPr>
          <p:cNvSpPr/>
          <p:nvPr/>
        </p:nvSpPr>
        <p:spPr>
          <a:xfrm>
            <a:off x="970895" y="1072291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32" name="Google Shape;244;p11">
            <a:extLst>
              <a:ext uri="{FF2B5EF4-FFF2-40B4-BE49-F238E27FC236}">
                <a16:creationId xmlns:a16="http://schemas.microsoft.com/office/drawing/2014/main" id="{1F11C827-BA5C-9E36-17E4-C38583F02BA4}"/>
              </a:ext>
            </a:extLst>
          </p:cNvPr>
          <p:cNvSpPr/>
          <p:nvPr/>
        </p:nvSpPr>
        <p:spPr>
          <a:xfrm>
            <a:off x="970895" y="2831510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34" name="Google Shape;250;p11">
            <a:extLst>
              <a:ext uri="{FF2B5EF4-FFF2-40B4-BE49-F238E27FC236}">
                <a16:creationId xmlns:a16="http://schemas.microsoft.com/office/drawing/2014/main" id="{897CACE7-8676-23B5-1F9A-119144315B7E}"/>
              </a:ext>
            </a:extLst>
          </p:cNvPr>
          <p:cNvSpPr txBox="1"/>
          <p:nvPr/>
        </p:nvSpPr>
        <p:spPr>
          <a:xfrm>
            <a:off x="970895" y="1382405"/>
            <a:ext cx="1823084" cy="1015622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60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E1</a:t>
            </a:r>
            <a:endParaRPr sz="6000" b="1" dirty="0">
              <a:solidFill>
                <a:srgbClr val="202E5E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KoPubWorld바탕체 Medium"/>
              <a:sym typeface="NanumGothic ExtraBold"/>
            </a:endParaRP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70DC61C3-3F79-FEEA-1645-95647FB632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2920" y="3206856"/>
            <a:ext cx="4698900" cy="6265199"/>
          </a:xfrm>
          <a:prstGeom prst="rect">
            <a:avLst/>
          </a:prstGeom>
        </p:spPr>
      </p:pic>
      <p:sp>
        <p:nvSpPr>
          <p:cNvPr id="26" name="Text 2">
            <a:extLst>
              <a:ext uri="{FF2B5EF4-FFF2-40B4-BE49-F238E27FC236}">
                <a16:creationId xmlns:a16="http://schemas.microsoft.com/office/drawing/2014/main" id="{5DEABF22-F0C3-ED13-3FD9-1248A9AAACB7}"/>
              </a:ext>
            </a:extLst>
          </p:cNvPr>
          <p:cNvSpPr/>
          <p:nvPr/>
        </p:nvSpPr>
        <p:spPr>
          <a:xfrm>
            <a:off x="14552768" y="2750453"/>
            <a:ext cx="3890760" cy="466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Device</a:t>
            </a:r>
            <a:endParaRPr lang="en-US" sz="2400" dirty="0"/>
          </a:p>
        </p:txBody>
      </p:sp>
      <p:sp>
        <p:nvSpPr>
          <p:cNvPr id="28" name="Shape 5">
            <a:extLst>
              <a:ext uri="{FF2B5EF4-FFF2-40B4-BE49-F238E27FC236}">
                <a16:creationId xmlns:a16="http://schemas.microsoft.com/office/drawing/2014/main" id="{6265D9DB-6BCE-C17A-95B8-34AC78F5B5F5}"/>
              </a:ext>
            </a:extLst>
          </p:cNvPr>
          <p:cNvSpPr/>
          <p:nvPr/>
        </p:nvSpPr>
        <p:spPr>
          <a:xfrm>
            <a:off x="14236253" y="3217344"/>
            <a:ext cx="4551368" cy="5134803"/>
          </a:xfrm>
          <a:prstGeom prst="rect">
            <a:avLst/>
          </a:prstGeom>
          <a:solidFill>
            <a:srgbClr val="E8F5E9"/>
          </a:solidFill>
          <a:ln w="1905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0D649C46-F407-32D7-87AB-A9F0CA1FCFF3}"/>
              </a:ext>
            </a:extLst>
          </p:cNvPr>
          <p:cNvSpPr/>
          <p:nvPr/>
        </p:nvSpPr>
        <p:spPr>
          <a:xfrm>
            <a:off x="14474953" y="3295159"/>
            <a:ext cx="4046390" cy="5447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Raspberry Pi 5</a:t>
            </a:r>
            <a:endParaRPr lang="en-US" sz="2000" dirty="0"/>
          </a:p>
        </p:txBody>
      </p:sp>
      <p:sp>
        <p:nvSpPr>
          <p:cNvPr id="35" name="Text 7">
            <a:extLst>
              <a:ext uri="{FF2B5EF4-FFF2-40B4-BE49-F238E27FC236}">
                <a16:creationId xmlns:a16="http://schemas.microsoft.com/office/drawing/2014/main" id="{24425923-60EB-F41C-A20F-7065F9EF48B5}"/>
              </a:ext>
            </a:extLst>
          </p:cNvPr>
          <p:cNvSpPr/>
          <p:nvPr/>
        </p:nvSpPr>
        <p:spPr>
          <a:xfrm>
            <a:off x="14474953" y="3762050"/>
            <a:ext cx="4046390" cy="389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Computing</a:t>
            </a:r>
            <a:endParaRPr lang="en-US" sz="2000" dirty="0"/>
          </a:p>
        </p:txBody>
      </p:sp>
      <p:sp>
        <p:nvSpPr>
          <p:cNvPr id="37" name="Shape 8">
            <a:extLst>
              <a:ext uri="{FF2B5EF4-FFF2-40B4-BE49-F238E27FC236}">
                <a16:creationId xmlns:a16="http://schemas.microsoft.com/office/drawing/2014/main" id="{C9DD9F35-0F99-20DC-C6DF-2E67157F3202}"/>
              </a:ext>
            </a:extLst>
          </p:cNvPr>
          <p:cNvSpPr/>
          <p:nvPr/>
        </p:nvSpPr>
        <p:spPr>
          <a:xfrm>
            <a:off x="14552768" y="4306756"/>
            <a:ext cx="1711934" cy="1089413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39" name="Text 9">
            <a:extLst>
              <a:ext uri="{FF2B5EF4-FFF2-40B4-BE49-F238E27FC236}">
                <a16:creationId xmlns:a16="http://schemas.microsoft.com/office/drawing/2014/main" id="{8C0F4ACB-783D-028B-8660-9092000898B8}"/>
              </a:ext>
            </a:extLst>
          </p:cNvPr>
          <p:cNvSpPr/>
          <p:nvPr/>
        </p:nvSpPr>
        <p:spPr>
          <a:xfrm>
            <a:off x="14552768" y="4384571"/>
            <a:ext cx="1711934" cy="9337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</a:t>
            </a:r>
            <a:endParaRPr lang="en-US" sz="1600" dirty="0"/>
          </a:p>
          <a:p>
            <a:pPr algn="ctr"/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V3</a:t>
            </a:r>
          </a:p>
          <a:p>
            <a:pPr algn="ctr"/>
            <a:r>
              <a:rPr lang="en-US" sz="16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(</a:t>
            </a:r>
            <a:r>
              <a:rPr lang="ko-KR" altLang="en-US" sz="16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영상</a:t>
            </a:r>
            <a:r>
              <a:rPr lang="en-US" altLang="ko-KR" sz="16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)</a:t>
            </a:r>
            <a:endParaRPr lang="en-US" sz="1600" dirty="0"/>
          </a:p>
        </p:txBody>
      </p:sp>
      <p:sp>
        <p:nvSpPr>
          <p:cNvPr id="41" name="Shape 10">
            <a:extLst>
              <a:ext uri="{FF2B5EF4-FFF2-40B4-BE49-F238E27FC236}">
                <a16:creationId xmlns:a16="http://schemas.microsoft.com/office/drawing/2014/main" id="{15F6E2C3-1CBB-DF61-1941-1B0466FDB3B2}"/>
              </a:ext>
            </a:extLst>
          </p:cNvPr>
          <p:cNvSpPr/>
          <p:nvPr/>
        </p:nvSpPr>
        <p:spPr>
          <a:xfrm>
            <a:off x="16877965" y="4325558"/>
            <a:ext cx="1711934" cy="1089413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43" name="Text 11">
            <a:extLst>
              <a:ext uri="{FF2B5EF4-FFF2-40B4-BE49-F238E27FC236}">
                <a16:creationId xmlns:a16="http://schemas.microsoft.com/office/drawing/2014/main" id="{3CF4406C-C123-3ECC-9195-7EF2E3758D09}"/>
              </a:ext>
            </a:extLst>
          </p:cNvPr>
          <p:cNvSpPr/>
          <p:nvPr/>
        </p:nvSpPr>
        <p:spPr>
          <a:xfrm>
            <a:off x="16877965" y="4403373"/>
            <a:ext cx="1711934" cy="9337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ReSpeaker</a:t>
            </a: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2-Mic Pi HAT</a:t>
            </a:r>
          </a:p>
          <a:p>
            <a:pPr algn="ctr"/>
            <a:r>
              <a:rPr lang="en-US" sz="16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(</a:t>
            </a:r>
            <a:r>
              <a:rPr lang="ko-KR" altLang="en-US" sz="16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소리</a:t>
            </a:r>
            <a:r>
              <a:rPr lang="en-US" altLang="ko-KR" sz="16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)</a:t>
            </a:r>
            <a:endParaRPr lang="en-US" sz="1600" dirty="0"/>
          </a:p>
        </p:txBody>
      </p:sp>
      <p:sp>
        <p:nvSpPr>
          <p:cNvPr id="45" name="Text 13">
            <a:extLst>
              <a:ext uri="{FF2B5EF4-FFF2-40B4-BE49-F238E27FC236}">
                <a16:creationId xmlns:a16="http://schemas.microsoft.com/office/drawing/2014/main" id="{01E551E9-9B4E-13F3-4513-2B7233E46F18}"/>
              </a:ext>
            </a:extLst>
          </p:cNvPr>
          <p:cNvSpPr/>
          <p:nvPr/>
        </p:nvSpPr>
        <p:spPr>
          <a:xfrm>
            <a:off x="14708399" y="6160916"/>
            <a:ext cx="3579499" cy="6225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dirty="0"/>
          </a:p>
        </p:txBody>
      </p:sp>
      <p:sp>
        <p:nvSpPr>
          <p:cNvPr id="47" name="Shape 14">
            <a:extLst>
              <a:ext uri="{FF2B5EF4-FFF2-40B4-BE49-F238E27FC236}">
                <a16:creationId xmlns:a16="http://schemas.microsoft.com/office/drawing/2014/main" id="{4B3C4338-1574-D127-82C9-834DD2B77D16}"/>
              </a:ext>
            </a:extLst>
          </p:cNvPr>
          <p:cNvSpPr/>
          <p:nvPr/>
        </p:nvSpPr>
        <p:spPr>
          <a:xfrm>
            <a:off x="14549315" y="6137411"/>
            <a:ext cx="1711934" cy="855967"/>
          </a:xfrm>
          <a:prstGeom prst="rect">
            <a:avLst/>
          </a:prstGeom>
          <a:solidFill>
            <a:srgbClr val="FFFFFF"/>
          </a:solidFill>
          <a:ln w="635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49" name="Text 15">
            <a:extLst>
              <a:ext uri="{FF2B5EF4-FFF2-40B4-BE49-F238E27FC236}">
                <a16:creationId xmlns:a16="http://schemas.microsoft.com/office/drawing/2014/main" id="{B273BCD6-0032-6E82-AE83-67DB17C2B690}"/>
              </a:ext>
            </a:extLst>
          </p:cNvPr>
          <p:cNvSpPr/>
          <p:nvPr/>
        </p:nvSpPr>
        <p:spPr>
          <a:xfrm>
            <a:off x="14547663" y="6166792"/>
            <a:ext cx="1711934" cy="8265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OpenCV &amp; </a:t>
            </a:r>
          </a:p>
          <a:p>
            <a:pPr algn="ctr"/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YOLOv8n</a:t>
            </a:r>
          </a:p>
        </p:txBody>
      </p:sp>
      <p:sp>
        <p:nvSpPr>
          <p:cNvPr id="53" name="Shape 17">
            <a:extLst>
              <a:ext uri="{FF2B5EF4-FFF2-40B4-BE49-F238E27FC236}">
                <a16:creationId xmlns:a16="http://schemas.microsoft.com/office/drawing/2014/main" id="{A246CA50-68A4-650C-E461-44704B2EE401}"/>
              </a:ext>
            </a:extLst>
          </p:cNvPr>
          <p:cNvSpPr/>
          <p:nvPr/>
        </p:nvSpPr>
        <p:spPr>
          <a:xfrm>
            <a:off x="16877965" y="6137669"/>
            <a:ext cx="1711934" cy="855967"/>
          </a:xfrm>
          <a:prstGeom prst="rect">
            <a:avLst/>
          </a:prstGeom>
          <a:solidFill>
            <a:srgbClr val="FFFFFF"/>
          </a:solidFill>
          <a:ln w="635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55" name="Text 18">
            <a:extLst>
              <a:ext uri="{FF2B5EF4-FFF2-40B4-BE49-F238E27FC236}">
                <a16:creationId xmlns:a16="http://schemas.microsoft.com/office/drawing/2014/main" id="{8A255306-0B05-34B0-236E-76519BC92527}"/>
              </a:ext>
            </a:extLst>
          </p:cNvPr>
          <p:cNvSpPr/>
          <p:nvPr/>
        </p:nvSpPr>
        <p:spPr>
          <a:xfrm>
            <a:off x="16877965" y="6137411"/>
            <a:ext cx="1711934" cy="85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YAMNet</a:t>
            </a:r>
            <a:endParaRPr lang="en-US" sz="1600" dirty="0"/>
          </a:p>
        </p:txBody>
      </p:sp>
      <p:sp>
        <p:nvSpPr>
          <p:cNvPr id="61" name="화살표: 아래쪽 60">
            <a:extLst>
              <a:ext uri="{FF2B5EF4-FFF2-40B4-BE49-F238E27FC236}">
                <a16:creationId xmlns:a16="http://schemas.microsoft.com/office/drawing/2014/main" id="{BECEC175-B4E0-C6B6-284E-984F177B2BA2}"/>
              </a:ext>
            </a:extLst>
          </p:cNvPr>
          <p:cNvSpPr/>
          <p:nvPr/>
        </p:nvSpPr>
        <p:spPr>
          <a:xfrm>
            <a:off x="15229625" y="5444352"/>
            <a:ext cx="358219" cy="618478"/>
          </a:xfrm>
          <a:prstGeom prst="downArrow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3" name="화살표: 아래쪽 62">
            <a:extLst>
              <a:ext uri="{FF2B5EF4-FFF2-40B4-BE49-F238E27FC236}">
                <a16:creationId xmlns:a16="http://schemas.microsoft.com/office/drawing/2014/main" id="{C73BB368-8619-2DB9-657A-3AF1CE5C9913}"/>
              </a:ext>
            </a:extLst>
          </p:cNvPr>
          <p:cNvSpPr/>
          <p:nvPr/>
        </p:nvSpPr>
        <p:spPr>
          <a:xfrm>
            <a:off x="17554822" y="5453879"/>
            <a:ext cx="358219" cy="608951"/>
          </a:xfrm>
          <a:prstGeom prst="downArrow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94" name="연결선: 꺾임 193">
            <a:extLst>
              <a:ext uri="{FF2B5EF4-FFF2-40B4-BE49-F238E27FC236}">
                <a16:creationId xmlns:a16="http://schemas.microsoft.com/office/drawing/2014/main" id="{80FC2BF7-FC68-F9F8-99D4-9134795A0F27}"/>
              </a:ext>
            </a:extLst>
          </p:cNvPr>
          <p:cNvCxnSpPr>
            <a:cxnSpLocks/>
            <a:stCxn id="53" idx="2"/>
            <a:endCxn id="207" idx="0"/>
          </p:cNvCxnSpPr>
          <p:nvPr/>
        </p:nvCxnSpPr>
        <p:spPr>
          <a:xfrm rot="5400000">
            <a:off x="16910857" y="6662043"/>
            <a:ext cx="491482" cy="115466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5" name="연결선: 꺾임 194">
            <a:extLst>
              <a:ext uri="{FF2B5EF4-FFF2-40B4-BE49-F238E27FC236}">
                <a16:creationId xmlns:a16="http://schemas.microsoft.com/office/drawing/2014/main" id="{5B4FB1FD-44C1-1D9E-07AA-E6530A738190}"/>
              </a:ext>
            </a:extLst>
          </p:cNvPr>
          <p:cNvCxnSpPr>
            <a:cxnSpLocks/>
            <a:stCxn id="47" idx="2"/>
            <a:endCxn id="207" idx="0"/>
          </p:cNvCxnSpPr>
          <p:nvPr/>
        </p:nvCxnSpPr>
        <p:spPr>
          <a:xfrm rot="16200000" flipH="1">
            <a:off x="15746403" y="6652257"/>
            <a:ext cx="491740" cy="117398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07" name="Shape 17">
            <a:extLst>
              <a:ext uri="{FF2B5EF4-FFF2-40B4-BE49-F238E27FC236}">
                <a16:creationId xmlns:a16="http://schemas.microsoft.com/office/drawing/2014/main" id="{D5F02498-115D-E4D3-82DF-F5CBB741AE11}"/>
              </a:ext>
            </a:extLst>
          </p:cNvPr>
          <p:cNvSpPr/>
          <p:nvPr/>
        </p:nvSpPr>
        <p:spPr>
          <a:xfrm>
            <a:off x="14568629" y="7485118"/>
            <a:ext cx="4021269" cy="524559"/>
          </a:xfrm>
          <a:prstGeom prst="rect">
            <a:avLst/>
          </a:prstGeom>
          <a:solidFill>
            <a:srgbClr val="FFFFFF"/>
          </a:solidFill>
          <a:ln w="635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209" name="Text 18">
            <a:extLst>
              <a:ext uri="{FF2B5EF4-FFF2-40B4-BE49-F238E27FC236}">
                <a16:creationId xmlns:a16="http://schemas.microsoft.com/office/drawing/2014/main" id="{A74D79B8-EEE6-5284-C5F5-4DD0F461F990}"/>
              </a:ext>
            </a:extLst>
          </p:cNvPr>
          <p:cNvSpPr/>
          <p:nvPr/>
        </p:nvSpPr>
        <p:spPr>
          <a:xfrm>
            <a:off x="14568629" y="7484860"/>
            <a:ext cx="4021269" cy="5248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ko-KR" altLang="en-US" sz="1600" b="1" dirty="0">
                <a:solidFill>
                  <a:srgbClr val="2C5F2D"/>
                </a:solidFill>
                <a:latin typeface="Arial" pitchFamily="34" charset="0"/>
                <a:cs typeface="Arial" pitchFamily="34" charset="-120"/>
              </a:rPr>
              <a:t>이벤트 감지</a:t>
            </a:r>
            <a:endParaRPr lang="en-US" sz="1600" dirty="0"/>
          </a:p>
        </p:txBody>
      </p:sp>
      <p:sp>
        <p:nvSpPr>
          <p:cNvPr id="213" name="화살표: 아래쪽 212">
            <a:extLst>
              <a:ext uri="{FF2B5EF4-FFF2-40B4-BE49-F238E27FC236}">
                <a16:creationId xmlns:a16="http://schemas.microsoft.com/office/drawing/2014/main" id="{DD0B4F35-8BD1-57D9-31EA-9913485CE9F7}"/>
              </a:ext>
            </a:extLst>
          </p:cNvPr>
          <p:cNvSpPr/>
          <p:nvPr/>
        </p:nvSpPr>
        <p:spPr>
          <a:xfrm>
            <a:off x="16428705" y="8134888"/>
            <a:ext cx="358219" cy="608951"/>
          </a:xfrm>
          <a:prstGeom prst="downArrow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7" name="Shape 21">
            <a:extLst>
              <a:ext uri="{FF2B5EF4-FFF2-40B4-BE49-F238E27FC236}">
                <a16:creationId xmlns:a16="http://schemas.microsoft.com/office/drawing/2014/main" id="{8130B212-A732-58FA-23C3-E57EF1F11241}"/>
              </a:ext>
            </a:extLst>
          </p:cNvPr>
          <p:cNvSpPr/>
          <p:nvPr/>
        </p:nvSpPr>
        <p:spPr>
          <a:xfrm>
            <a:off x="14236253" y="8793228"/>
            <a:ext cx="4551368" cy="686012"/>
          </a:xfrm>
          <a:prstGeom prst="rect">
            <a:avLst/>
          </a:prstGeom>
          <a:solidFill>
            <a:srgbClr val="E3F2FD"/>
          </a:solidFill>
          <a:ln w="190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215" name="Text 3">
            <a:extLst>
              <a:ext uri="{FF2B5EF4-FFF2-40B4-BE49-F238E27FC236}">
                <a16:creationId xmlns:a16="http://schemas.microsoft.com/office/drawing/2014/main" id="{1DD69DA9-038D-03F6-B62E-274041036DD2}"/>
              </a:ext>
            </a:extLst>
          </p:cNvPr>
          <p:cNvSpPr/>
          <p:nvPr/>
        </p:nvSpPr>
        <p:spPr>
          <a:xfrm>
            <a:off x="14236253" y="8793228"/>
            <a:ext cx="4551368" cy="6860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&amp; Cloud</a:t>
            </a:r>
            <a:endParaRPr lang="en-US" sz="24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1DB8128-9E2E-DD0E-1FDC-E123607E8EE4}"/>
              </a:ext>
            </a:extLst>
          </p:cNvPr>
          <p:cNvSpPr/>
          <p:nvPr/>
        </p:nvSpPr>
        <p:spPr>
          <a:xfrm>
            <a:off x="9923417" y="6551109"/>
            <a:ext cx="1434347" cy="1583779"/>
          </a:xfrm>
          <a:prstGeom prst="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82A7CF2-E55D-4662-9542-54F890BA3966}"/>
              </a:ext>
            </a:extLst>
          </p:cNvPr>
          <p:cNvSpPr/>
          <p:nvPr/>
        </p:nvSpPr>
        <p:spPr>
          <a:xfrm>
            <a:off x="11467594" y="5810114"/>
            <a:ext cx="993372" cy="896160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8E08AC-27E7-2862-3BE1-A2176DB31DC2}"/>
              </a:ext>
            </a:extLst>
          </p:cNvPr>
          <p:cNvSpPr txBox="1"/>
          <p:nvPr/>
        </p:nvSpPr>
        <p:spPr>
          <a:xfrm>
            <a:off x="10127332" y="8346120"/>
            <a:ext cx="1566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 b="1" dirty="0">
                <a:solidFill>
                  <a:schemeClr val="bg1">
                    <a:lumMod val="95000"/>
                  </a:schemeClr>
                </a:solidFill>
                <a:highlight>
                  <a:srgbClr val="FF0000"/>
                </a:highlight>
              </a:rPr>
              <a:t>카메라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FC1D33-9B82-C502-F86B-F9AC43F987EA}"/>
              </a:ext>
            </a:extLst>
          </p:cNvPr>
          <p:cNvSpPr txBox="1"/>
          <p:nvPr/>
        </p:nvSpPr>
        <p:spPr>
          <a:xfrm>
            <a:off x="11514935" y="6900708"/>
            <a:ext cx="1566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 b="1" dirty="0">
                <a:solidFill>
                  <a:schemeClr val="tx1"/>
                </a:solidFill>
                <a:highlight>
                  <a:srgbClr val="FFFF00"/>
                </a:highlight>
              </a:rPr>
              <a:t>마이크</a:t>
            </a:r>
          </a:p>
        </p:txBody>
      </p:sp>
    </p:spTree>
    <p:extLst>
      <p:ext uri="{BB962C8B-B14F-4D97-AF65-F5344CB8AC3E}">
        <p14:creationId xmlns:p14="http://schemas.microsoft.com/office/powerpoint/2010/main" val="3810390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96841-CCEA-1E38-848D-A8B5CE282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">
            <a:extLst>
              <a:ext uri="{FF2B5EF4-FFF2-40B4-BE49-F238E27FC236}">
                <a16:creationId xmlns:a16="http://schemas.microsoft.com/office/drawing/2014/main" id="{CE62FAEC-6F29-7E65-EB6D-414312D86B2C}"/>
              </a:ext>
            </a:extLst>
          </p:cNvPr>
          <p:cNvSpPr/>
          <p:nvPr/>
        </p:nvSpPr>
        <p:spPr>
          <a:xfrm>
            <a:off x="0" y="0"/>
            <a:ext cx="20104100" cy="638810"/>
          </a:xfrm>
          <a:custGeom>
            <a:avLst/>
            <a:gdLst/>
            <a:ahLst/>
            <a:cxnLst/>
            <a:rect l="l" t="t" r="r" b="b"/>
            <a:pathLst>
              <a:path w="20104100" h="638810" extrusionOk="0">
                <a:moveTo>
                  <a:pt x="20104100" y="0"/>
                </a:moveTo>
                <a:lnTo>
                  <a:pt x="0" y="0"/>
                </a:lnTo>
                <a:lnTo>
                  <a:pt x="0" y="638757"/>
                </a:lnTo>
                <a:lnTo>
                  <a:pt x="20104100" y="638757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3" name="Google Shape;243;p11">
            <a:extLst>
              <a:ext uri="{FF2B5EF4-FFF2-40B4-BE49-F238E27FC236}">
                <a16:creationId xmlns:a16="http://schemas.microsoft.com/office/drawing/2014/main" id="{6458DB1D-BAAA-61F3-2C81-87512509B221}"/>
              </a:ext>
            </a:extLst>
          </p:cNvPr>
          <p:cNvSpPr/>
          <p:nvPr/>
        </p:nvSpPr>
        <p:spPr>
          <a:xfrm>
            <a:off x="3788697" y="2398027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5" name="Google Shape;245;p11">
            <a:extLst>
              <a:ext uri="{FF2B5EF4-FFF2-40B4-BE49-F238E27FC236}">
                <a16:creationId xmlns:a16="http://schemas.microsoft.com/office/drawing/2014/main" id="{B7C8B546-C1E9-C235-78B3-1909B090BC07}"/>
              </a:ext>
            </a:extLst>
          </p:cNvPr>
          <p:cNvSpPr/>
          <p:nvPr/>
        </p:nvSpPr>
        <p:spPr>
          <a:xfrm>
            <a:off x="3788698" y="10263851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grpSp>
        <p:nvGrpSpPr>
          <p:cNvPr id="247" name="Google Shape;247;p11">
            <a:extLst>
              <a:ext uri="{FF2B5EF4-FFF2-40B4-BE49-F238E27FC236}">
                <a16:creationId xmlns:a16="http://schemas.microsoft.com/office/drawing/2014/main" id="{683C813C-DCB1-531F-91AB-F2467243A4D1}"/>
              </a:ext>
            </a:extLst>
          </p:cNvPr>
          <p:cNvGrpSpPr/>
          <p:nvPr/>
        </p:nvGrpSpPr>
        <p:grpSpPr>
          <a:xfrm>
            <a:off x="0" y="11183232"/>
            <a:ext cx="20104644" cy="125730"/>
            <a:chOff x="0" y="11183232"/>
            <a:chExt cx="20104644" cy="125730"/>
          </a:xfrm>
        </p:grpSpPr>
        <p:sp>
          <p:nvSpPr>
            <p:cNvPr id="248" name="Google Shape;248;p11">
              <a:extLst>
                <a:ext uri="{FF2B5EF4-FFF2-40B4-BE49-F238E27FC236}">
                  <a16:creationId xmlns:a16="http://schemas.microsoft.com/office/drawing/2014/main" id="{26D72421-FAF8-63BA-6944-614D781A38F3}"/>
                </a:ext>
              </a:extLst>
            </p:cNvPr>
            <p:cNvSpPr/>
            <p:nvPr/>
          </p:nvSpPr>
          <p:spPr>
            <a:xfrm>
              <a:off x="0" y="11183232"/>
              <a:ext cx="15770225" cy="125730"/>
            </a:xfrm>
            <a:custGeom>
              <a:avLst/>
              <a:gdLst/>
              <a:ahLst/>
              <a:cxnLst/>
              <a:rect l="l" t="t" r="r" b="b"/>
              <a:pathLst>
                <a:path w="15770225" h="125729" extrusionOk="0">
                  <a:moveTo>
                    <a:pt x="0" y="125323"/>
                  </a:moveTo>
                  <a:lnTo>
                    <a:pt x="15770133" y="125323"/>
                  </a:lnTo>
                  <a:lnTo>
                    <a:pt x="15770133" y="0"/>
                  </a:lnTo>
                  <a:lnTo>
                    <a:pt x="0" y="0"/>
                  </a:lnTo>
                  <a:lnTo>
                    <a:pt x="0" y="125323"/>
                  </a:lnTo>
                  <a:close/>
                </a:path>
              </a:pathLst>
            </a:custGeom>
            <a:solidFill>
              <a:srgbClr val="202E5E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  <p:sp>
          <p:nvSpPr>
            <p:cNvPr id="249" name="Google Shape;249;p11">
              <a:extLst>
                <a:ext uri="{FF2B5EF4-FFF2-40B4-BE49-F238E27FC236}">
                  <a16:creationId xmlns:a16="http://schemas.microsoft.com/office/drawing/2014/main" id="{1968F6A0-12E3-F6C7-6DF3-990F9452D9ED}"/>
                </a:ext>
              </a:extLst>
            </p:cNvPr>
            <p:cNvSpPr/>
            <p:nvPr/>
          </p:nvSpPr>
          <p:spPr>
            <a:xfrm>
              <a:off x="15770133" y="11183609"/>
              <a:ext cx="4334510" cy="125095"/>
            </a:xfrm>
            <a:custGeom>
              <a:avLst/>
              <a:gdLst/>
              <a:ahLst/>
              <a:cxnLst/>
              <a:rect l="l" t="t" r="r" b="b"/>
              <a:pathLst>
                <a:path w="4334509" h="125095" extrusionOk="0">
                  <a:moveTo>
                    <a:pt x="0" y="124946"/>
                  </a:moveTo>
                  <a:lnTo>
                    <a:pt x="0" y="0"/>
                  </a:lnTo>
                  <a:lnTo>
                    <a:pt x="4333965" y="0"/>
                  </a:lnTo>
                  <a:lnTo>
                    <a:pt x="4333965" y="124946"/>
                  </a:lnTo>
                  <a:lnTo>
                    <a:pt x="0" y="124946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</p:grpSp>
      <p:sp>
        <p:nvSpPr>
          <p:cNvPr id="15" name="Google Shape;250;p11">
            <a:extLst>
              <a:ext uri="{FF2B5EF4-FFF2-40B4-BE49-F238E27FC236}">
                <a16:creationId xmlns:a16="http://schemas.microsoft.com/office/drawing/2014/main" id="{E90F9E9B-408A-6AAB-35BD-69D410ADB420}"/>
              </a:ext>
            </a:extLst>
          </p:cNvPr>
          <p:cNvSpPr txBox="1"/>
          <p:nvPr/>
        </p:nvSpPr>
        <p:spPr>
          <a:xfrm>
            <a:off x="3788697" y="1332639"/>
            <a:ext cx="13812747" cy="830956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lvl="0">
              <a:defRPr/>
            </a:pPr>
            <a:r>
              <a:rPr lang="ko-KR" altLang="en-US" sz="48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음성 이벤트 감지</a:t>
            </a: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A36153C9-B3CF-1131-39CE-615B81D5F0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pic>
        <p:nvPicPr>
          <p:cNvPr id="23" name="Google Shape;246;p11">
            <a:extLst>
              <a:ext uri="{FF2B5EF4-FFF2-40B4-BE49-F238E27FC236}">
                <a16:creationId xmlns:a16="http://schemas.microsoft.com/office/drawing/2014/main" id="{0340A5AD-CF93-7CCC-C0CA-E6E545FFB30E}"/>
              </a:ext>
            </a:extLst>
          </p:cNvPr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16544767" y="10517438"/>
            <a:ext cx="2113354" cy="29679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242;p11">
            <a:extLst>
              <a:ext uri="{FF2B5EF4-FFF2-40B4-BE49-F238E27FC236}">
                <a16:creationId xmlns:a16="http://schemas.microsoft.com/office/drawing/2014/main" id="{D3EAE77B-0754-1614-75A0-9847276A47C0}"/>
              </a:ext>
            </a:extLst>
          </p:cNvPr>
          <p:cNvSpPr/>
          <p:nvPr/>
        </p:nvSpPr>
        <p:spPr>
          <a:xfrm>
            <a:off x="970895" y="1072291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32" name="Google Shape;244;p11">
            <a:extLst>
              <a:ext uri="{FF2B5EF4-FFF2-40B4-BE49-F238E27FC236}">
                <a16:creationId xmlns:a16="http://schemas.microsoft.com/office/drawing/2014/main" id="{D14F4197-6B63-9357-B58C-C16A47ABE3ED}"/>
              </a:ext>
            </a:extLst>
          </p:cNvPr>
          <p:cNvSpPr/>
          <p:nvPr/>
        </p:nvSpPr>
        <p:spPr>
          <a:xfrm>
            <a:off x="970895" y="2831510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34" name="Google Shape;250;p11">
            <a:extLst>
              <a:ext uri="{FF2B5EF4-FFF2-40B4-BE49-F238E27FC236}">
                <a16:creationId xmlns:a16="http://schemas.microsoft.com/office/drawing/2014/main" id="{3CDEC929-6454-D50A-28A6-C656809A9BEC}"/>
              </a:ext>
            </a:extLst>
          </p:cNvPr>
          <p:cNvSpPr txBox="1"/>
          <p:nvPr/>
        </p:nvSpPr>
        <p:spPr>
          <a:xfrm>
            <a:off x="970895" y="1382405"/>
            <a:ext cx="1823084" cy="1015622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60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E2</a:t>
            </a:r>
            <a:endParaRPr sz="6000" b="1" dirty="0">
              <a:solidFill>
                <a:srgbClr val="202E5E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KoPubWorld바탕체 Medium"/>
              <a:sym typeface="NanumGothic ExtraBold"/>
            </a:endParaRPr>
          </a:p>
        </p:txBody>
      </p:sp>
      <p:sp>
        <p:nvSpPr>
          <p:cNvPr id="255" name="Text 2">
            <a:extLst>
              <a:ext uri="{FF2B5EF4-FFF2-40B4-BE49-F238E27FC236}">
                <a16:creationId xmlns:a16="http://schemas.microsoft.com/office/drawing/2014/main" id="{CB8FEB07-7622-E8F5-9406-EB241C6BB76A}"/>
              </a:ext>
            </a:extLst>
          </p:cNvPr>
          <p:cNvSpPr/>
          <p:nvPr/>
        </p:nvSpPr>
        <p:spPr>
          <a:xfrm>
            <a:off x="1239804" y="3385875"/>
            <a:ext cx="2086651" cy="697295"/>
          </a:xfrm>
          <a:custGeom>
            <a:avLst/>
            <a:gdLst/>
            <a:ahLst/>
            <a:cxnLst/>
            <a:rect l="l" t="t" r="r" b="b"/>
            <a:pathLst>
              <a:path w="1265436" h="422870">
                <a:moveTo>
                  <a:pt x="73025" y="0"/>
                </a:moveTo>
                <a:lnTo>
                  <a:pt x="1192411" y="0"/>
                </a:lnTo>
                <a:arcTo wR="73025" hR="73025" stAng="16200000" swAng="5400000"/>
                <a:lnTo>
                  <a:pt x="1265436" y="349845"/>
                </a:lnTo>
                <a:arcTo wR="73025" hR="73025" stAng="0" swAng="5400000"/>
                <a:lnTo>
                  <a:pt x="73025" y="422870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 wrap="square" lIns="47119" tIns="172770" rIns="47119" bIns="130886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마이크 입력</a:t>
            </a:r>
            <a:endParaRPr lang="en-US" sz="1979" dirty="0"/>
          </a:p>
        </p:txBody>
      </p:sp>
      <p:pic>
        <p:nvPicPr>
          <p:cNvPr id="35" name="Image 0" descr="arrow-right">
            <a:extLst>
              <a:ext uri="{FF2B5EF4-FFF2-40B4-BE49-F238E27FC236}">
                <a16:creationId xmlns:a16="http://schemas.microsoft.com/office/drawing/2014/main" id="{CFD5E7C7-F5FD-8CDB-A408-67A5FA84E69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415457" y="3640284"/>
            <a:ext cx="293185" cy="188476"/>
          </a:xfrm>
          <a:prstGeom prst="rect">
            <a:avLst/>
          </a:prstGeom>
        </p:spPr>
      </p:pic>
      <p:sp>
        <p:nvSpPr>
          <p:cNvPr id="38" name="Text 3">
            <a:extLst>
              <a:ext uri="{FF2B5EF4-FFF2-40B4-BE49-F238E27FC236}">
                <a16:creationId xmlns:a16="http://schemas.microsoft.com/office/drawing/2014/main" id="{D0252CAF-EC69-38C0-3548-F241846C0CF9}"/>
              </a:ext>
            </a:extLst>
          </p:cNvPr>
          <p:cNvSpPr/>
          <p:nvPr/>
        </p:nvSpPr>
        <p:spPr>
          <a:xfrm>
            <a:off x="3797646" y="3385875"/>
            <a:ext cx="2086814" cy="697295"/>
          </a:xfrm>
          <a:custGeom>
            <a:avLst/>
            <a:gdLst/>
            <a:ahLst/>
            <a:cxnLst/>
            <a:rect l="l" t="t" r="r" b="b"/>
            <a:pathLst>
              <a:path w="1265535" h="422870">
                <a:moveTo>
                  <a:pt x="73025" y="0"/>
                </a:moveTo>
                <a:lnTo>
                  <a:pt x="1192510" y="0"/>
                </a:lnTo>
                <a:arcTo wR="73025" hR="73025" stAng="16200000" swAng="5400000"/>
                <a:lnTo>
                  <a:pt x="1265535" y="349845"/>
                </a:lnTo>
                <a:arcTo wR="73025" hR="73025" stAng="0" swAng="5400000"/>
                <a:lnTo>
                  <a:pt x="73025" y="422870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 wrap="square" lIns="47119" tIns="172770" rIns="47119" bIns="130886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오디오 버퍼</a:t>
            </a:r>
            <a:endParaRPr lang="en-US" sz="1979" dirty="0"/>
          </a:p>
        </p:txBody>
      </p:sp>
      <p:pic>
        <p:nvPicPr>
          <p:cNvPr id="42" name="Image 1" descr="arrow-right">
            <a:extLst>
              <a:ext uri="{FF2B5EF4-FFF2-40B4-BE49-F238E27FC236}">
                <a16:creationId xmlns:a16="http://schemas.microsoft.com/office/drawing/2014/main" id="{E20E82CA-E9F4-A49E-FF90-F64F5C617D4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73462" y="3640284"/>
            <a:ext cx="293185" cy="188476"/>
          </a:xfrm>
          <a:prstGeom prst="rect">
            <a:avLst/>
          </a:prstGeom>
        </p:spPr>
      </p:pic>
      <p:sp>
        <p:nvSpPr>
          <p:cNvPr id="46" name="Text 4">
            <a:extLst>
              <a:ext uri="{FF2B5EF4-FFF2-40B4-BE49-F238E27FC236}">
                <a16:creationId xmlns:a16="http://schemas.microsoft.com/office/drawing/2014/main" id="{A26D8DDE-D0C3-20E1-E08C-E9DD767DC431}"/>
              </a:ext>
            </a:extLst>
          </p:cNvPr>
          <p:cNvSpPr/>
          <p:nvPr/>
        </p:nvSpPr>
        <p:spPr>
          <a:xfrm>
            <a:off x="6355649" y="3385875"/>
            <a:ext cx="2086651" cy="697295"/>
          </a:xfrm>
          <a:custGeom>
            <a:avLst/>
            <a:gdLst/>
            <a:ahLst/>
            <a:cxnLst/>
            <a:rect l="l" t="t" r="r" b="b"/>
            <a:pathLst>
              <a:path w="1265436" h="422870">
                <a:moveTo>
                  <a:pt x="73025" y="0"/>
                </a:moveTo>
                <a:lnTo>
                  <a:pt x="1192411" y="0"/>
                </a:lnTo>
                <a:arcTo wR="73025" hR="73025" stAng="16200000" swAng="5400000"/>
                <a:lnTo>
                  <a:pt x="1265436" y="349845"/>
                </a:lnTo>
                <a:arcTo wR="73025" hR="73025" stAng="0" swAng="5400000"/>
                <a:lnTo>
                  <a:pt x="73025" y="422870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 wrap="square" lIns="47119" tIns="172770" rIns="47119" bIns="130886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16kHz 전처리</a:t>
            </a:r>
            <a:endParaRPr lang="en-US" sz="1979" dirty="0"/>
          </a:p>
        </p:txBody>
      </p:sp>
      <p:pic>
        <p:nvPicPr>
          <p:cNvPr id="48" name="Image 2" descr="arrow-right">
            <a:extLst>
              <a:ext uri="{FF2B5EF4-FFF2-40B4-BE49-F238E27FC236}">
                <a16:creationId xmlns:a16="http://schemas.microsoft.com/office/drawing/2014/main" id="{EA0EDAC3-F9D7-906C-E6EF-4B0627377C5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531303" y="3640284"/>
            <a:ext cx="293185" cy="188476"/>
          </a:xfrm>
          <a:prstGeom prst="rect">
            <a:avLst/>
          </a:prstGeom>
        </p:spPr>
      </p:pic>
      <p:sp>
        <p:nvSpPr>
          <p:cNvPr id="51" name="Text 5">
            <a:extLst>
              <a:ext uri="{FF2B5EF4-FFF2-40B4-BE49-F238E27FC236}">
                <a16:creationId xmlns:a16="http://schemas.microsoft.com/office/drawing/2014/main" id="{A4EA4436-2DFA-E841-8256-0133BC6D0F7F}"/>
              </a:ext>
            </a:extLst>
          </p:cNvPr>
          <p:cNvSpPr/>
          <p:nvPr/>
        </p:nvSpPr>
        <p:spPr>
          <a:xfrm>
            <a:off x="8908254" y="3123655"/>
            <a:ext cx="2086814" cy="1049052"/>
          </a:xfrm>
          <a:custGeom>
            <a:avLst/>
            <a:gdLst/>
            <a:ahLst/>
            <a:cxnLst/>
            <a:rect l="l" t="t" r="r" b="b"/>
            <a:pathLst>
              <a:path w="1265535" h="636191">
                <a:moveTo>
                  <a:pt x="73025" y="0"/>
                </a:moveTo>
                <a:lnTo>
                  <a:pt x="1192510" y="0"/>
                </a:lnTo>
                <a:arcTo wR="73025" hR="73025" stAng="16200000" swAng="5400000"/>
                <a:lnTo>
                  <a:pt x="1265535" y="563166"/>
                </a:lnTo>
                <a:arcTo wR="73025" hR="73025" stAng="0" swAng="5400000"/>
                <a:lnTo>
                  <a:pt x="73025" y="636191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E3F0EE"/>
          </a:solidFill>
          <a:ln w="6350">
            <a:solidFill>
              <a:srgbClr val="9CCBC5"/>
            </a:solidFill>
            <a:prstDash val="solid"/>
          </a:ln>
        </p:spPr>
        <p:txBody>
          <a:bodyPr wrap="square" lIns="47119" tIns="172770" rIns="47119" bIns="130886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b="1" dirty="0" err="1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YAMNet</a:t>
            </a:r>
            <a:r>
              <a:rPr lang="en-US" sz="1979" b="1" dirty="0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pPr algn="ctr">
              <a:lnSpc>
                <a:spcPts val="2770"/>
              </a:lnSpc>
            </a:pPr>
            <a:r>
              <a:rPr lang="en-US" sz="1979" b="1" dirty="0" err="1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소리</a:t>
            </a:r>
            <a:r>
              <a:rPr lang="en-US" sz="1979" b="1" dirty="0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979" b="1" dirty="0" err="1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분류</a:t>
            </a:r>
            <a:endParaRPr lang="en-US" sz="1979" dirty="0"/>
          </a:p>
        </p:txBody>
      </p:sp>
      <p:pic>
        <p:nvPicPr>
          <p:cNvPr id="54" name="Image 3" descr="arrow-right">
            <a:extLst>
              <a:ext uri="{FF2B5EF4-FFF2-40B4-BE49-F238E27FC236}">
                <a16:creationId xmlns:a16="http://schemas.microsoft.com/office/drawing/2014/main" id="{2C0B1122-8B20-C4F4-4A0C-0C87FC61095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089307" y="3640284"/>
            <a:ext cx="293185" cy="188476"/>
          </a:xfrm>
          <a:prstGeom prst="rect">
            <a:avLst/>
          </a:prstGeom>
        </p:spPr>
      </p:pic>
      <p:sp>
        <p:nvSpPr>
          <p:cNvPr id="56" name="Text 6">
            <a:extLst>
              <a:ext uri="{FF2B5EF4-FFF2-40B4-BE49-F238E27FC236}">
                <a16:creationId xmlns:a16="http://schemas.microsoft.com/office/drawing/2014/main" id="{4A78CF52-7ED8-0E4B-5364-A2A57AB479E6}"/>
              </a:ext>
            </a:extLst>
          </p:cNvPr>
          <p:cNvSpPr/>
          <p:nvPr/>
        </p:nvSpPr>
        <p:spPr>
          <a:xfrm>
            <a:off x="11471495" y="3385875"/>
            <a:ext cx="2086651" cy="697295"/>
          </a:xfrm>
          <a:custGeom>
            <a:avLst/>
            <a:gdLst/>
            <a:ahLst/>
            <a:cxnLst/>
            <a:rect l="l" t="t" r="r" b="b"/>
            <a:pathLst>
              <a:path w="1265436" h="422870">
                <a:moveTo>
                  <a:pt x="73025" y="0"/>
                </a:moveTo>
                <a:lnTo>
                  <a:pt x="1192411" y="0"/>
                </a:lnTo>
                <a:arcTo wR="73025" hR="73025" stAng="16200000" swAng="5400000"/>
                <a:lnTo>
                  <a:pt x="1265436" y="349845"/>
                </a:lnTo>
                <a:arcTo wR="73025" hR="73025" stAng="0" swAng="5400000"/>
                <a:lnTo>
                  <a:pt x="73025" y="422870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 wrap="square" lIns="47119" tIns="172770" rIns="47119" bIns="130886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이벤트 판단</a:t>
            </a:r>
            <a:endParaRPr lang="en-US" sz="1979" dirty="0"/>
          </a:p>
        </p:txBody>
      </p:sp>
      <p:pic>
        <p:nvPicPr>
          <p:cNvPr id="59" name="Image 4" descr="arrow-right">
            <a:extLst>
              <a:ext uri="{FF2B5EF4-FFF2-40B4-BE49-F238E27FC236}">
                <a16:creationId xmlns:a16="http://schemas.microsoft.com/office/drawing/2014/main" id="{E5B2A8D5-1545-05E3-20AA-68748A443A5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3647148" y="3640284"/>
            <a:ext cx="293185" cy="188476"/>
          </a:xfrm>
          <a:prstGeom prst="rect">
            <a:avLst/>
          </a:prstGeom>
        </p:spPr>
      </p:pic>
      <p:sp>
        <p:nvSpPr>
          <p:cNvPr id="62" name="Text 7">
            <a:extLst>
              <a:ext uri="{FF2B5EF4-FFF2-40B4-BE49-F238E27FC236}">
                <a16:creationId xmlns:a16="http://schemas.microsoft.com/office/drawing/2014/main" id="{3FA6363D-E48D-B7BE-C0CF-6CE743B692AF}"/>
              </a:ext>
            </a:extLst>
          </p:cNvPr>
          <p:cNvSpPr/>
          <p:nvPr/>
        </p:nvSpPr>
        <p:spPr>
          <a:xfrm>
            <a:off x="14029336" y="3385875"/>
            <a:ext cx="2086651" cy="697295"/>
          </a:xfrm>
          <a:custGeom>
            <a:avLst/>
            <a:gdLst/>
            <a:ahLst/>
            <a:cxnLst/>
            <a:rect l="l" t="t" r="r" b="b"/>
            <a:pathLst>
              <a:path w="1265436" h="422870">
                <a:moveTo>
                  <a:pt x="73025" y="0"/>
                </a:moveTo>
                <a:lnTo>
                  <a:pt x="1192411" y="0"/>
                </a:lnTo>
                <a:arcTo wR="73025" hR="73025" stAng="16200000" swAng="5400000"/>
                <a:lnTo>
                  <a:pt x="1265436" y="349845"/>
                </a:lnTo>
                <a:arcTo wR="73025" hR="73025" stAng="0" swAng="5400000"/>
                <a:lnTo>
                  <a:pt x="73025" y="422870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 wrap="square" lIns="47119" tIns="172770" rIns="47119" bIns="130886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이벤트 감지</a:t>
            </a:r>
            <a:endParaRPr lang="en-US" sz="1979" dirty="0"/>
          </a:p>
        </p:txBody>
      </p:sp>
      <p:pic>
        <p:nvPicPr>
          <p:cNvPr id="194" name="Image 5" descr="arrow-right">
            <a:extLst>
              <a:ext uri="{FF2B5EF4-FFF2-40B4-BE49-F238E27FC236}">
                <a16:creationId xmlns:a16="http://schemas.microsoft.com/office/drawing/2014/main" id="{65F33BBB-1BDF-D1E0-98C4-08318C448B4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6204989" y="3640284"/>
            <a:ext cx="293185" cy="188476"/>
          </a:xfrm>
          <a:prstGeom prst="rect">
            <a:avLst/>
          </a:prstGeom>
        </p:spPr>
      </p:pic>
      <p:sp>
        <p:nvSpPr>
          <p:cNvPr id="198" name="Text 8">
            <a:extLst>
              <a:ext uri="{FF2B5EF4-FFF2-40B4-BE49-F238E27FC236}">
                <a16:creationId xmlns:a16="http://schemas.microsoft.com/office/drawing/2014/main" id="{FE1D328F-A725-3CF7-2F1E-E8454E4F2967}"/>
              </a:ext>
            </a:extLst>
          </p:cNvPr>
          <p:cNvSpPr/>
          <p:nvPr/>
        </p:nvSpPr>
        <p:spPr>
          <a:xfrm>
            <a:off x="16581941" y="3391110"/>
            <a:ext cx="2076180" cy="686824"/>
          </a:xfrm>
          <a:custGeom>
            <a:avLst/>
            <a:gdLst/>
            <a:ahLst/>
            <a:cxnLst/>
            <a:rect l="l" t="t" r="r" b="b"/>
            <a:pathLst>
              <a:path w="1259086" h="416520">
                <a:moveTo>
                  <a:pt x="76200" y="0"/>
                </a:moveTo>
                <a:lnTo>
                  <a:pt x="1182886" y="0"/>
                </a:lnTo>
                <a:arcTo wR="76200" hR="76200" stAng="16200000" swAng="5400000"/>
                <a:lnTo>
                  <a:pt x="1259086" y="340320"/>
                </a:lnTo>
                <a:arcTo wR="76200" hR="76200" stAng="0" swAng="5400000"/>
                <a:lnTo>
                  <a:pt x="76200" y="41652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13233A"/>
          </a:solidFill>
          <a:ln/>
        </p:spPr>
        <p:txBody>
          <a:bodyPr wrap="square" lIns="41884" tIns="167534" rIns="41884" bIns="125651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전송</a:t>
            </a:r>
            <a:endParaRPr lang="en-US" sz="1979" dirty="0"/>
          </a:p>
        </p:txBody>
      </p:sp>
      <p:graphicFrame>
        <p:nvGraphicFramePr>
          <p:cNvPr id="297" name="Table 0">
            <a:extLst>
              <a:ext uri="{FF2B5EF4-FFF2-40B4-BE49-F238E27FC236}">
                <a16:creationId xmlns:a16="http://schemas.microsoft.com/office/drawing/2014/main" id="{83153C78-97FD-8930-BB06-E1E44411E6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6971032"/>
              </p:ext>
            </p:extLst>
          </p:nvPr>
        </p:nvGraphicFramePr>
        <p:xfrm>
          <a:off x="1644166" y="4516654"/>
          <a:ext cx="16815767" cy="5063695"/>
        </p:xfrm>
        <a:graphic>
          <a:graphicData uri="http://schemas.openxmlformats.org/drawingml/2006/table">
            <a:tbl>
              <a:tblPr/>
              <a:tblGrid>
                <a:gridCol w="1177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68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47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09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077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583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1511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등급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카테고리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YAMNet 클래스 (index)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임계값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이벤트가 되는 조건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200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중복 방지 시간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7334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B83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위험</a:t>
                      </a:r>
                      <a:endParaRPr lang="en-US" sz="18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경보음/</a:t>
                      </a:r>
                      <a:r>
                        <a:rPr lang="en-US" sz="1800" dirty="0" err="1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사이렌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Fire alarm(394), Alarm(382), Siren(390), Smoke detector(393)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4개 중 하나라도 한 프레임에서 0.5 이상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10초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1073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B83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위험</a:t>
                      </a:r>
                      <a:endParaRPr lang="en-US" sz="18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파손/</a:t>
                      </a:r>
                      <a:r>
                        <a:rPr lang="en-US" sz="1800" dirty="0" err="1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충격음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A그룹: Glass(435)·Crack(434) / B그룹: Shatter(437)·Breaking(464)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3프레임(약 1.4초) 안에 A·B그룹 모두 0.3 이상 — 한쪽 소리만 나서는 안 울림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10초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10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800" b="1" dirty="0" err="1">
                          <a:solidFill>
                            <a:srgbClr val="B83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위험</a:t>
                      </a:r>
                      <a:endParaRPr lang="en-US" altLang="ko-KR" sz="18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endParaRPr lang="en-US" sz="18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비명 및 </a:t>
                      </a:r>
                      <a:r>
                        <a:rPr lang="en-US" sz="1800" dirty="0" err="1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고함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Screaming(11), Shout(6), Groan(33)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위와 같음 (5프레임 중 3프레임 이상)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30초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456052"/>
                  </a:ext>
                </a:extLst>
              </a:tr>
              <a:tr h="635235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8A56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주의</a:t>
                      </a:r>
                      <a:endParaRPr lang="en-US" sz="18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err="1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아기</a:t>
                      </a: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울음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Baby cry(20), Crying·sobbing(19)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연속 5프레임(약 2.4초) 중 3프레임 이상 0.3 이상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30초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6491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8A56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주의</a:t>
                      </a:r>
                      <a:endParaRPr lang="en-US" sz="18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err="1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애완동물</a:t>
                      </a: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울음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Bark(70), Meow(78)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한 프레임만 0.3 이상이어도 발생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5분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5255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2C6B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일반</a:t>
                      </a:r>
                      <a:endParaRPr lang="en-US" sz="18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err="1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초인종</a:t>
                      </a: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</a:t>
                      </a:r>
                      <a:r>
                        <a:rPr lang="ko-KR" alt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노크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Doorbell(349), Ding-dong(350), Knock(353)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한 프레임만 0.7 이상이어도 발생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5분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5429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0C8A1-6D10-72F8-C44F-38D6C72C1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">
            <a:extLst>
              <a:ext uri="{FF2B5EF4-FFF2-40B4-BE49-F238E27FC236}">
                <a16:creationId xmlns:a16="http://schemas.microsoft.com/office/drawing/2014/main" id="{AF45DA02-50F2-68FD-9B67-D03581075C0E}"/>
              </a:ext>
            </a:extLst>
          </p:cNvPr>
          <p:cNvSpPr/>
          <p:nvPr/>
        </p:nvSpPr>
        <p:spPr>
          <a:xfrm>
            <a:off x="0" y="0"/>
            <a:ext cx="20104100" cy="638810"/>
          </a:xfrm>
          <a:custGeom>
            <a:avLst/>
            <a:gdLst/>
            <a:ahLst/>
            <a:cxnLst/>
            <a:rect l="l" t="t" r="r" b="b"/>
            <a:pathLst>
              <a:path w="20104100" h="638810" extrusionOk="0">
                <a:moveTo>
                  <a:pt x="20104100" y="0"/>
                </a:moveTo>
                <a:lnTo>
                  <a:pt x="0" y="0"/>
                </a:lnTo>
                <a:lnTo>
                  <a:pt x="0" y="638757"/>
                </a:lnTo>
                <a:lnTo>
                  <a:pt x="20104100" y="638757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3" name="Google Shape;243;p11">
            <a:extLst>
              <a:ext uri="{FF2B5EF4-FFF2-40B4-BE49-F238E27FC236}">
                <a16:creationId xmlns:a16="http://schemas.microsoft.com/office/drawing/2014/main" id="{1DE62352-907A-81D6-F355-FA3A560F1905}"/>
              </a:ext>
            </a:extLst>
          </p:cNvPr>
          <p:cNvSpPr/>
          <p:nvPr/>
        </p:nvSpPr>
        <p:spPr>
          <a:xfrm>
            <a:off x="3788697" y="2398027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5" name="Google Shape;245;p11">
            <a:extLst>
              <a:ext uri="{FF2B5EF4-FFF2-40B4-BE49-F238E27FC236}">
                <a16:creationId xmlns:a16="http://schemas.microsoft.com/office/drawing/2014/main" id="{452251E1-DF19-E5DF-7AF2-74CC1C6D9FD0}"/>
              </a:ext>
            </a:extLst>
          </p:cNvPr>
          <p:cNvSpPr/>
          <p:nvPr/>
        </p:nvSpPr>
        <p:spPr>
          <a:xfrm>
            <a:off x="3788698" y="10263851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grpSp>
        <p:nvGrpSpPr>
          <p:cNvPr id="247" name="Google Shape;247;p11">
            <a:extLst>
              <a:ext uri="{FF2B5EF4-FFF2-40B4-BE49-F238E27FC236}">
                <a16:creationId xmlns:a16="http://schemas.microsoft.com/office/drawing/2014/main" id="{C4B89E65-4888-6FA9-EAD2-1EDA4B778296}"/>
              </a:ext>
            </a:extLst>
          </p:cNvPr>
          <p:cNvGrpSpPr/>
          <p:nvPr/>
        </p:nvGrpSpPr>
        <p:grpSpPr>
          <a:xfrm>
            <a:off x="0" y="11183232"/>
            <a:ext cx="20104644" cy="125730"/>
            <a:chOff x="0" y="11183232"/>
            <a:chExt cx="20104644" cy="125730"/>
          </a:xfrm>
        </p:grpSpPr>
        <p:sp>
          <p:nvSpPr>
            <p:cNvPr id="248" name="Google Shape;248;p11">
              <a:extLst>
                <a:ext uri="{FF2B5EF4-FFF2-40B4-BE49-F238E27FC236}">
                  <a16:creationId xmlns:a16="http://schemas.microsoft.com/office/drawing/2014/main" id="{A261D118-FE0F-BE6D-7500-4C78485B33D5}"/>
                </a:ext>
              </a:extLst>
            </p:cNvPr>
            <p:cNvSpPr/>
            <p:nvPr/>
          </p:nvSpPr>
          <p:spPr>
            <a:xfrm>
              <a:off x="0" y="11183232"/>
              <a:ext cx="15770225" cy="125730"/>
            </a:xfrm>
            <a:custGeom>
              <a:avLst/>
              <a:gdLst/>
              <a:ahLst/>
              <a:cxnLst/>
              <a:rect l="l" t="t" r="r" b="b"/>
              <a:pathLst>
                <a:path w="15770225" h="125729" extrusionOk="0">
                  <a:moveTo>
                    <a:pt x="0" y="125323"/>
                  </a:moveTo>
                  <a:lnTo>
                    <a:pt x="15770133" y="125323"/>
                  </a:lnTo>
                  <a:lnTo>
                    <a:pt x="15770133" y="0"/>
                  </a:lnTo>
                  <a:lnTo>
                    <a:pt x="0" y="0"/>
                  </a:lnTo>
                  <a:lnTo>
                    <a:pt x="0" y="125323"/>
                  </a:lnTo>
                  <a:close/>
                </a:path>
              </a:pathLst>
            </a:custGeom>
            <a:solidFill>
              <a:srgbClr val="202E5E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  <p:sp>
          <p:nvSpPr>
            <p:cNvPr id="249" name="Google Shape;249;p11">
              <a:extLst>
                <a:ext uri="{FF2B5EF4-FFF2-40B4-BE49-F238E27FC236}">
                  <a16:creationId xmlns:a16="http://schemas.microsoft.com/office/drawing/2014/main" id="{05D9704F-EDDA-2A13-9400-5AD20998F873}"/>
                </a:ext>
              </a:extLst>
            </p:cNvPr>
            <p:cNvSpPr/>
            <p:nvPr/>
          </p:nvSpPr>
          <p:spPr>
            <a:xfrm>
              <a:off x="15770133" y="11183609"/>
              <a:ext cx="4334510" cy="125095"/>
            </a:xfrm>
            <a:custGeom>
              <a:avLst/>
              <a:gdLst/>
              <a:ahLst/>
              <a:cxnLst/>
              <a:rect l="l" t="t" r="r" b="b"/>
              <a:pathLst>
                <a:path w="4334509" h="125095" extrusionOk="0">
                  <a:moveTo>
                    <a:pt x="0" y="124946"/>
                  </a:moveTo>
                  <a:lnTo>
                    <a:pt x="0" y="0"/>
                  </a:lnTo>
                  <a:lnTo>
                    <a:pt x="4333965" y="0"/>
                  </a:lnTo>
                  <a:lnTo>
                    <a:pt x="4333965" y="124946"/>
                  </a:lnTo>
                  <a:lnTo>
                    <a:pt x="0" y="124946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</p:grpSp>
      <p:sp>
        <p:nvSpPr>
          <p:cNvPr id="15" name="Google Shape;250;p11">
            <a:extLst>
              <a:ext uri="{FF2B5EF4-FFF2-40B4-BE49-F238E27FC236}">
                <a16:creationId xmlns:a16="http://schemas.microsoft.com/office/drawing/2014/main" id="{30AE1484-AE5C-AECF-864D-7222D0EFC980}"/>
              </a:ext>
            </a:extLst>
          </p:cNvPr>
          <p:cNvSpPr txBox="1"/>
          <p:nvPr/>
        </p:nvSpPr>
        <p:spPr>
          <a:xfrm>
            <a:off x="3788697" y="1332639"/>
            <a:ext cx="13812747" cy="830956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lvl="0">
              <a:defRPr/>
            </a:pPr>
            <a:r>
              <a:rPr lang="ko-KR" altLang="en-US" sz="48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영상 이벤트 감지</a:t>
            </a: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B7D5F322-D3A3-7FCB-DA43-FAE78C75314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pic>
        <p:nvPicPr>
          <p:cNvPr id="23" name="Google Shape;246;p11">
            <a:extLst>
              <a:ext uri="{FF2B5EF4-FFF2-40B4-BE49-F238E27FC236}">
                <a16:creationId xmlns:a16="http://schemas.microsoft.com/office/drawing/2014/main" id="{8D92A2BE-C8BC-A1BE-7F2B-BF95278546B6}"/>
              </a:ext>
            </a:extLst>
          </p:cNvPr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16544767" y="10517438"/>
            <a:ext cx="2113354" cy="29679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242;p11">
            <a:extLst>
              <a:ext uri="{FF2B5EF4-FFF2-40B4-BE49-F238E27FC236}">
                <a16:creationId xmlns:a16="http://schemas.microsoft.com/office/drawing/2014/main" id="{11D68673-3723-1730-3157-8FEFE6DDB2F6}"/>
              </a:ext>
            </a:extLst>
          </p:cNvPr>
          <p:cNvSpPr/>
          <p:nvPr/>
        </p:nvSpPr>
        <p:spPr>
          <a:xfrm>
            <a:off x="970895" y="1072291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32" name="Google Shape;244;p11">
            <a:extLst>
              <a:ext uri="{FF2B5EF4-FFF2-40B4-BE49-F238E27FC236}">
                <a16:creationId xmlns:a16="http://schemas.microsoft.com/office/drawing/2014/main" id="{69E16126-131C-B0F6-E1F5-95FB544C189C}"/>
              </a:ext>
            </a:extLst>
          </p:cNvPr>
          <p:cNvSpPr/>
          <p:nvPr/>
        </p:nvSpPr>
        <p:spPr>
          <a:xfrm>
            <a:off x="970895" y="2831510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34" name="Google Shape;250;p11">
            <a:extLst>
              <a:ext uri="{FF2B5EF4-FFF2-40B4-BE49-F238E27FC236}">
                <a16:creationId xmlns:a16="http://schemas.microsoft.com/office/drawing/2014/main" id="{0E82C405-4FD0-0A2C-F7BC-D7966DB4580F}"/>
              </a:ext>
            </a:extLst>
          </p:cNvPr>
          <p:cNvSpPr txBox="1"/>
          <p:nvPr/>
        </p:nvSpPr>
        <p:spPr>
          <a:xfrm>
            <a:off x="970895" y="1382405"/>
            <a:ext cx="1823084" cy="1015622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60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E3</a:t>
            </a:r>
            <a:endParaRPr sz="6000" b="1" dirty="0">
              <a:solidFill>
                <a:srgbClr val="202E5E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KoPubWorld바탕체 Medium"/>
              <a:sym typeface="NanumGothic ExtraBold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33BB3F2-7425-EF9D-0193-667A6176B539}"/>
              </a:ext>
            </a:extLst>
          </p:cNvPr>
          <p:cNvSpPr/>
          <p:nvPr/>
        </p:nvSpPr>
        <p:spPr>
          <a:xfrm>
            <a:off x="1183170" y="3264441"/>
            <a:ext cx="2086651" cy="655411"/>
          </a:xfrm>
          <a:custGeom>
            <a:avLst/>
            <a:gdLst/>
            <a:ahLst/>
            <a:cxnLst/>
            <a:rect l="l" t="t" r="r" b="b"/>
            <a:pathLst>
              <a:path w="1265436" h="397470">
                <a:moveTo>
                  <a:pt x="73025" y="0"/>
                </a:moveTo>
                <a:lnTo>
                  <a:pt x="1192411" y="0"/>
                </a:lnTo>
                <a:arcTo wR="73025" hR="73025" stAng="16200000" swAng="5400000"/>
                <a:lnTo>
                  <a:pt x="1265436" y="324445"/>
                </a:lnTo>
                <a:arcTo wR="73025" hR="73025" stAng="0" swAng="5400000"/>
                <a:lnTo>
                  <a:pt x="73025" y="397470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 wrap="square" lIns="47119" tIns="151828" rIns="47119" bIns="109944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카메라 입력</a:t>
            </a:r>
            <a:endParaRPr lang="en-US" sz="1979" dirty="0"/>
          </a:p>
        </p:txBody>
      </p:sp>
      <p:pic>
        <p:nvPicPr>
          <p:cNvPr id="9" name="Image 0" descr="arrow-right">
            <a:extLst>
              <a:ext uri="{FF2B5EF4-FFF2-40B4-BE49-F238E27FC236}">
                <a16:creationId xmlns:a16="http://schemas.microsoft.com/office/drawing/2014/main" id="{D959E76E-3BDE-91CE-C27F-34B07859C8B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358823" y="3497908"/>
            <a:ext cx="293185" cy="188476"/>
          </a:xfrm>
          <a:prstGeom prst="rect">
            <a:avLst/>
          </a:prstGeom>
        </p:spPr>
      </p:pic>
      <p:sp>
        <p:nvSpPr>
          <p:cNvPr id="13" name="Text 3">
            <a:extLst>
              <a:ext uri="{FF2B5EF4-FFF2-40B4-BE49-F238E27FC236}">
                <a16:creationId xmlns:a16="http://schemas.microsoft.com/office/drawing/2014/main" id="{AB3EAE25-5982-3BE4-36B4-076C9B44C8E0}"/>
              </a:ext>
            </a:extLst>
          </p:cNvPr>
          <p:cNvSpPr/>
          <p:nvPr/>
        </p:nvSpPr>
        <p:spPr>
          <a:xfrm>
            <a:off x="3741012" y="3264441"/>
            <a:ext cx="2086814" cy="655411"/>
          </a:xfrm>
          <a:custGeom>
            <a:avLst/>
            <a:gdLst/>
            <a:ahLst/>
            <a:cxnLst/>
            <a:rect l="l" t="t" r="r" b="b"/>
            <a:pathLst>
              <a:path w="1265535" h="397470">
                <a:moveTo>
                  <a:pt x="73025" y="0"/>
                </a:moveTo>
                <a:lnTo>
                  <a:pt x="1192510" y="0"/>
                </a:lnTo>
                <a:arcTo wR="73025" hR="73025" stAng="16200000" swAng="5400000"/>
                <a:lnTo>
                  <a:pt x="1265535" y="324445"/>
                </a:lnTo>
                <a:arcTo wR="73025" hR="73025" stAng="0" swAng="5400000"/>
                <a:lnTo>
                  <a:pt x="73025" y="397470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 wrap="square" lIns="47119" tIns="151828" rIns="47119" bIns="109944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비디오 버퍼</a:t>
            </a:r>
            <a:endParaRPr lang="en-US" sz="1979" dirty="0"/>
          </a:p>
        </p:txBody>
      </p:sp>
      <p:pic>
        <p:nvPicPr>
          <p:cNvPr id="18" name="Image 1" descr="arrow-right">
            <a:extLst>
              <a:ext uri="{FF2B5EF4-FFF2-40B4-BE49-F238E27FC236}">
                <a16:creationId xmlns:a16="http://schemas.microsoft.com/office/drawing/2014/main" id="{B3FF07EE-0435-502E-A928-05678530504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16828" y="3497908"/>
            <a:ext cx="293185" cy="188476"/>
          </a:xfrm>
          <a:prstGeom prst="rect">
            <a:avLst/>
          </a:prstGeom>
        </p:spPr>
      </p:pic>
      <p:sp>
        <p:nvSpPr>
          <p:cNvPr id="22" name="Text 4">
            <a:extLst>
              <a:ext uri="{FF2B5EF4-FFF2-40B4-BE49-F238E27FC236}">
                <a16:creationId xmlns:a16="http://schemas.microsoft.com/office/drawing/2014/main" id="{69A5DF65-320D-0913-3FA2-9B0BED35989E}"/>
              </a:ext>
            </a:extLst>
          </p:cNvPr>
          <p:cNvSpPr/>
          <p:nvPr/>
        </p:nvSpPr>
        <p:spPr>
          <a:xfrm>
            <a:off x="6299015" y="3264441"/>
            <a:ext cx="2086651" cy="655411"/>
          </a:xfrm>
          <a:custGeom>
            <a:avLst/>
            <a:gdLst/>
            <a:ahLst/>
            <a:cxnLst/>
            <a:rect l="l" t="t" r="r" b="b"/>
            <a:pathLst>
              <a:path w="1265436" h="397470">
                <a:moveTo>
                  <a:pt x="73025" y="0"/>
                </a:moveTo>
                <a:lnTo>
                  <a:pt x="1192411" y="0"/>
                </a:lnTo>
                <a:arcTo wR="73025" hR="73025" stAng="16200000" swAng="5400000"/>
                <a:lnTo>
                  <a:pt x="1265436" y="324445"/>
                </a:lnTo>
                <a:arcTo wR="73025" hR="73025" stAng="0" swAng="5400000"/>
                <a:lnTo>
                  <a:pt x="73025" y="397470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 wrap="square" lIns="47119" tIns="151828" rIns="47119" bIns="109944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5FPS 샘플링</a:t>
            </a:r>
            <a:endParaRPr lang="en-US" sz="1979" dirty="0"/>
          </a:p>
        </p:txBody>
      </p:sp>
      <p:pic>
        <p:nvPicPr>
          <p:cNvPr id="26" name="Image 2" descr="arrow-right">
            <a:extLst>
              <a:ext uri="{FF2B5EF4-FFF2-40B4-BE49-F238E27FC236}">
                <a16:creationId xmlns:a16="http://schemas.microsoft.com/office/drawing/2014/main" id="{D9D5B0B8-F0B4-E32A-B89B-154CCF59FA9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74669" y="3497908"/>
            <a:ext cx="293185" cy="188476"/>
          </a:xfrm>
          <a:prstGeom prst="rect">
            <a:avLst/>
          </a:prstGeom>
        </p:spPr>
      </p:pic>
      <p:sp>
        <p:nvSpPr>
          <p:cNvPr id="28" name="Text 5">
            <a:extLst>
              <a:ext uri="{FF2B5EF4-FFF2-40B4-BE49-F238E27FC236}">
                <a16:creationId xmlns:a16="http://schemas.microsoft.com/office/drawing/2014/main" id="{7A040E94-8D13-7701-7FDB-4A33E50C2D87}"/>
              </a:ext>
            </a:extLst>
          </p:cNvPr>
          <p:cNvSpPr/>
          <p:nvPr/>
        </p:nvSpPr>
        <p:spPr>
          <a:xfrm>
            <a:off x="8856857" y="3264441"/>
            <a:ext cx="2086814" cy="655411"/>
          </a:xfrm>
          <a:custGeom>
            <a:avLst/>
            <a:gdLst/>
            <a:ahLst/>
            <a:cxnLst/>
            <a:rect l="l" t="t" r="r" b="b"/>
            <a:pathLst>
              <a:path w="1265535" h="397470">
                <a:moveTo>
                  <a:pt x="73025" y="0"/>
                </a:moveTo>
                <a:lnTo>
                  <a:pt x="1192510" y="0"/>
                </a:lnTo>
                <a:arcTo wR="73025" hR="73025" stAng="16200000" swAng="5400000"/>
                <a:lnTo>
                  <a:pt x="1265535" y="324445"/>
                </a:lnTo>
                <a:arcTo wR="73025" hR="73025" stAng="0" swAng="5400000"/>
                <a:lnTo>
                  <a:pt x="73025" y="397470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E3F0EE"/>
          </a:solidFill>
          <a:ln w="6350">
            <a:solidFill>
              <a:srgbClr val="9CCBC5"/>
            </a:solidFill>
            <a:prstDash val="solid"/>
          </a:ln>
        </p:spPr>
        <p:txBody>
          <a:bodyPr wrap="square" lIns="47119" tIns="151828" rIns="47119" bIns="109944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b="1" dirty="0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 객체 분류</a:t>
            </a:r>
            <a:endParaRPr lang="en-US" sz="1979" dirty="0"/>
          </a:p>
        </p:txBody>
      </p:sp>
      <p:pic>
        <p:nvPicPr>
          <p:cNvPr id="224" name="Image 3" descr="arrow-right">
            <a:extLst>
              <a:ext uri="{FF2B5EF4-FFF2-40B4-BE49-F238E27FC236}">
                <a16:creationId xmlns:a16="http://schemas.microsoft.com/office/drawing/2014/main" id="{3D7F8C6D-F3D1-E180-246C-CDC55E6DA68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032673" y="3497908"/>
            <a:ext cx="293185" cy="188476"/>
          </a:xfrm>
          <a:prstGeom prst="rect">
            <a:avLst/>
          </a:prstGeom>
        </p:spPr>
      </p:pic>
      <p:sp>
        <p:nvSpPr>
          <p:cNvPr id="226" name="Text 6">
            <a:extLst>
              <a:ext uri="{FF2B5EF4-FFF2-40B4-BE49-F238E27FC236}">
                <a16:creationId xmlns:a16="http://schemas.microsoft.com/office/drawing/2014/main" id="{C210EA7F-C544-E1DE-BBFE-CC8870A36637}"/>
              </a:ext>
            </a:extLst>
          </p:cNvPr>
          <p:cNvSpPr/>
          <p:nvPr/>
        </p:nvSpPr>
        <p:spPr>
          <a:xfrm>
            <a:off x="11414861" y="3264441"/>
            <a:ext cx="2086651" cy="655411"/>
          </a:xfrm>
          <a:custGeom>
            <a:avLst/>
            <a:gdLst/>
            <a:ahLst/>
            <a:cxnLst/>
            <a:rect l="l" t="t" r="r" b="b"/>
            <a:pathLst>
              <a:path w="1265436" h="397470">
                <a:moveTo>
                  <a:pt x="73025" y="0"/>
                </a:moveTo>
                <a:lnTo>
                  <a:pt x="1192411" y="0"/>
                </a:lnTo>
                <a:arcTo wR="73025" hR="73025" stAng="16200000" swAng="5400000"/>
                <a:lnTo>
                  <a:pt x="1265436" y="324445"/>
                </a:lnTo>
                <a:arcTo wR="73025" hR="73025" stAng="0" swAng="5400000"/>
                <a:lnTo>
                  <a:pt x="73025" y="397470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 wrap="square" lIns="47119" tIns="151828" rIns="47119" bIns="109944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이벤트 판단</a:t>
            </a:r>
            <a:endParaRPr lang="en-US" sz="1979" dirty="0"/>
          </a:p>
        </p:txBody>
      </p:sp>
      <p:pic>
        <p:nvPicPr>
          <p:cNvPr id="228" name="Image 4" descr="arrow-right">
            <a:extLst>
              <a:ext uri="{FF2B5EF4-FFF2-40B4-BE49-F238E27FC236}">
                <a16:creationId xmlns:a16="http://schemas.microsoft.com/office/drawing/2014/main" id="{2DCB2F73-4C3B-472D-25AA-6FEBC6892D1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3590514" y="3497908"/>
            <a:ext cx="293185" cy="188476"/>
          </a:xfrm>
          <a:prstGeom prst="rect">
            <a:avLst/>
          </a:prstGeom>
        </p:spPr>
      </p:pic>
      <p:sp>
        <p:nvSpPr>
          <p:cNvPr id="230" name="Text 7">
            <a:extLst>
              <a:ext uri="{FF2B5EF4-FFF2-40B4-BE49-F238E27FC236}">
                <a16:creationId xmlns:a16="http://schemas.microsoft.com/office/drawing/2014/main" id="{43766BD5-16F4-C5D7-59C7-B734FB95864F}"/>
              </a:ext>
            </a:extLst>
          </p:cNvPr>
          <p:cNvSpPr/>
          <p:nvPr/>
        </p:nvSpPr>
        <p:spPr>
          <a:xfrm>
            <a:off x="13972702" y="3264441"/>
            <a:ext cx="2086651" cy="655411"/>
          </a:xfrm>
          <a:custGeom>
            <a:avLst/>
            <a:gdLst/>
            <a:ahLst/>
            <a:cxnLst/>
            <a:rect l="l" t="t" r="r" b="b"/>
            <a:pathLst>
              <a:path w="1265436" h="397470">
                <a:moveTo>
                  <a:pt x="73025" y="0"/>
                </a:moveTo>
                <a:lnTo>
                  <a:pt x="1192411" y="0"/>
                </a:lnTo>
                <a:arcTo wR="73025" hR="73025" stAng="16200000" swAng="5400000"/>
                <a:lnTo>
                  <a:pt x="1265436" y="324445"/>
                </a:lnTo>
                <a:arcTo wR="73025" hR="73025" stAng="0" swAng="5400000"/>
                <a:lnTo>
                  <a:pt x="73025" y="397470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 wrap="square" lIns="47119" tIns="151828" rIns="47119" bIns="109944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이벤트 감지</a:t>
            </a:r>
            <a:endParaRPr lang="en-US" sz="1979" dirty="0"/>
          </a:p>
        </p:txBody>
      </p:sp>
      <p:pic>
        <p:nvPicPr>
          <p:cNvPr id="232" name="Image 5" descr="arrow-right">
            <a:extLst>
              <a:ext uri="{FF2B5EF4-FFF2-40B4-BE49-F238E27FC236}">
                <a16:creationId xmlns:a16="http://schemas.microsoft.com/office/drawing/2014/main" id="{A5CEA276-F1E2-3420-0C3F-F8DA2D1E985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6148355" y="3497908"/>
            <a:ext cx="293185" cy="188476"/>
          </a:xfrm>
          <a:prstGeom prst="rect">
            <a:avLst/>
          </a:prstGeom>
        </p:spPr>
      </p:pic>
      <p:sp>
        <p:nvSpPr>
          <p:cNvPr id="234" name="Text 8">
            <a:extLst>
              <a:ext uri="{FF2B5EF4-FFF2-40B4-BE49-F238E27FC236}">
                <a16:creationId xmlns:a16="http://schemas.microsoft.com/office/drawing/2014/main" id="{D77BA8B7-973E-4A06-080C-896182B88F83}"/>
              </a:ext>
            </a:extLst>
          </p:cNvPr>
          <p:cNvSpPr/>
          <p:nvPr/>
        </p:nvSpPr>
        <p:spPr>
          <a:xfrm>
            <a:off x="16525307" y="3269676"/>
            <a:ext cx="2076180" cy="644941"/>
          </a:xfrm>
          <a:custGeom>
            <a:avLst/>
            <a:gdLst/>
            <a:ahLst/>
            <a:cxnLst/>
            <a:rect l="l" t="t" r="r" b="b"/>
            <a:pathLst>
              <a:path w="1259086" h="391120">
                <a:moveTo>
                  <a:pt x="76200" y="0"/>
                </a:moveTo>
                <a:lnTo>
                  <a:pt x="1182886" y="0"/>
                </a:lnTo>
                <a:arcTo wR="76200" hR="76200" stAng="16200000" swAng="5400000"/>
                <a:lnTo>
                  <a:pt x="1259086" y="314920"/>
                </a:lnTo>
                <a:arcTo wR="76200" hR="76200" stAng="0" swAng="5400000"/>
                <a:lnTo>
                  <a:pt x="76200" y="39112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13233A"/>
          </a:solidFill>
          <a:ln/>
        </p:spPr>
        <p:txBody>
          <a:bodyPr wrap="square" lIns="41884" tIns="146592" rIns="41884" bIns="104709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전송</a:t>
            </a:r>
            <a:endParaRPr lang="en-US" sz="1979" dirty="0"/>
          </a:p>
        </p:txBody>
      </p:sp>
      <p:sp>
        <p:nvSpPr>
          <p:cNvPr id="236" name="Text 9">
            <a:extLst>
              <a:ext uri="{FF2B5EF4-FFF2-40B4-BE49-F238E27FC236}">
                <a16:creationId xmlns:a16="http://schemas.microsoft.com/office/drawing/2014/main" id="{B39CC2F5-54C5-852C-9B80-83E13B7CEBA7}"/>
              </a:ext>
            </a:extLst>
          </p:cNvPr>
          <p:cNvSpPr/>
          <p:nvPr/>
        </p:nvSpPr>
        <p:spPr>
          <a:xfrm>
            <a:off x="1177934" y="4218272"/>
            <a:ext cx="5696162" cy="561174"/>
          </a:xfrm>
          <a:prstGeom prst="roundRect">
            <a:avLst>
              <a:gd name="adj" fmla="val 22391"/>
            </a:avLst>
          </a:prstGeom>
          <a:solidFill>
            <a:srgbClr val="F8E3DE"/>
          </a:solidFill>
          <a:ln/>
        </p:spPr>
        <p:txBody>
          <a:bodyPr wrap="square" lIns="214500" tIns="67907" rIns="58693" bIns="26024" rtlCol="0" anchor="t">
            <a:normAutofit/>
          </a:bodyPr>
          <a:lstStyle/>
          <a:p>
            <a:pPr>
              <a:lnSpc>
                <a:spcPts val="2770"/>
              </a:lnSpc>
            </a:pPr>
            <a:r>
              <a:rPr lang="en-US" sz="1979" b="1" dirty="0">
                <a:solidFill>
                  <a:srgbClr val="B83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Danger</a:t>
            </a: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 낙상 감지 · 침입 감지</a:t>
            </a:r>
            <a:endParaRPr lang="en-US" sz="1979" dirty="0"/>
          </a:p>
        </p:txBody>
      </p:sp>
      <p:sp>
        <p:nvSpPr>
          <p:cNvPr id="238" name="Text 10">
            <a:extLst>
              <a:ext uri="{FF2B5EF4-FFF2-40B4-BE49-F238E27FC236}">
                <a16:creationId xmlns:a16="http://schemas.microsoft.com/office/drawing/2014/main" id="{461A1584-182D-BC1E-8128-FFBBA43DA28D}"/>
              </a:ext>
            </a:extLst>
          </p:cNvPr>
          <p:cNvSpPr/>
          <p:nvPr/>
        </p:nvSpPr>
        <p:spPr>
          <a:xfrm>
            <a:off x="7041630" y="4218272"/>
            <a:ext cx="5696162" cy="561174"/>
          </a:xfrm>
          <a:prstGeom prst="roundRect">
            <a:avLst>
              <a:gd name="adj" fmla="val 22391"/>
            </a:avLst>
          </a:prstGeom>
          <a:solidFill>
            <a:srgbClr val="F7EBD3"/>
          </a:solidFill>
          <a:ln/>
        </p:spPr>
        <p:txBody>
          <a:bodyPr wrap="square" lIns="214500" tIns="67907" rIns="58693" bIns="26024" rtlCol="0" anchor="t">
            <a:normAutofit/>
          </a:bodyPr>
          <a:lstStyle/>
          <a:p>
            <a:pPr>
              <a:lnSpc>
                <a:spcPts val="2770"/>
              </a:lnSpc>
            </a:pPr>
            <a:r>
              <a:rPr lang="en-US" sz="1979" b="1" dirty="0">
                <a:solidFill>
                  <a:srgbClr val="8A5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</a:t>
            </a: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 </a:t>
            </a:r>
            <a:r>
              <a:rPr lang="ko-KR" alt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낙상 의심</a:t>
            </a:r>
            <a:endParaRPr lang="en-US" sz="1979" dirty="0"/>
          </a:p>
        </p:txBody>
      </p:sp>
      <p:sp>
        <p:nvSpPr>
          <p:cNvPr id="240" name="Text 11">
            <a:extLst>
              <a:ext uri="{FF2B5EF4-FFF2-40B4-BE49-F238E27FC236}">
                <a16:creationId xmlns:a16="http://schemas.microsoft.com/office/drawing/2014/main" id="{A361D31B-A5CA-3E5E-5F36-C1292952E999}"/>
              </a:ext>
            </a:extLst>
          </p:cNvPr>
          <p:cNvSpPr/>
          <p:nvPr/>
        </p:nvSpPr>
        <p:spPr>
          <a:xfrm>
            <a:off x="12905326" y="4218272"/>
            <a:ext cx="5696162" cy="561174"/>
          </a:xfrm>
          <a:prstGeom prst="roundRect">
            <a:avLst>
              <a:gd name="adj" fmla="val 22391"/>
            </a:avLst>
          </a:prstGeom>
          <a:solidFill>
            <a:srgbClr val="DFEAF5"/>
          </a:solidFill>
          <a:ln/>
        </p:spPr>
        <p:txBody>
          <a:bodyPr wrap="square" lIns="214500" tIns="67907" rIns="58693" bIns="26024" rtlCol="0" anchor="t">
            <a:normAutofit/>
          </a:bodyPr>
          <a:lstStyle/>
          <a:p>
            <a:pPr>
              <a:lnSpc>
                <a:spcPts val="2770"/>
              </a:lnSpc>
            </a:pPr>
            <a:r>
              <a:rPr lang="en-US" sz="1979" b="1" dirty="0">
                <a:solidFill>
                  <a:srgbClr val="2C6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</a:t>
            </a: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 택배 · 방문자</a:t>
            </a:r>
            <a:endParaRPr lang="en-US" sz="1979" dirty="0"/>
          </a:p>
        </p:txBody>
      </p:sp>
      <p:sp>
        <p:nvSpPr>
          <p:cNvPr id="244" name="Shape 12">
            <a:extLst>
              <a:ext uri="{FF2B5EF4-FFF2-40B4-BE49-F238E27FC236}">
                <a16:creationId xmlns:a16="http://schemas.microsoft.com/office/drawing/2014/main" id="{022AC45D-F745-20BA-8D01-A0BC1D265104}"/>
              </a:ext>
            </a:extLst>
          </p:cNvPr>
          <p:cNvSpPr/>
          <p:nvPr/>
        </p:nvSpPr>
        <p:spPr>
          <a:xfrm>
            <a:off x="1183170" y="5077868"/>
            <a:ext cx="5657715" cy="4319568"/>
          </a:xfrm>
          <a:prstGeom prst="roundRect">
            <a:avLst>
              <a:gd name="adj" fmla="val 3293"/>
            </a:avLst>
          </a:pr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/>
          <a:lstStyle/>
          <a:p>
            <a:endParaRPr lang="ko-KR" altLang="en-US" sz="4894"/>
          </a:p>
        </p:txBody>
      </p:sp>
      <p:sp>
        <p:nvSpPr>
          <p:cNvPr id="250" name="Text 13">
            <a:extLst>
              <a:ext uri="{FF2B5EF4-FFF2-40B4-BE49-F238E27FC236}">
                <a16:creationId xmlns:a16="http://schemas.microsoft.com/office/drawing/2014/main" id="{FAA83580-109C-4F67-514B-F2D763BDCFDF}"/>
              </a:ext>
            </a:extLst>
          </p:cNvPr>
          <p:cNvSpPr/>
          <p:nvPr/>
        </p:nvSpPr>
        <p:spPr>
          <a:xfrm>
            <a:off x="1481590" y="5334403"/>
            <a:ext cx="5212700" cy="4188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968"/>
              </a:lnSpc>
            </a:pPr>
            <a:r>
              <a:rPr lang="en-US" sz="2474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낙상 감지 </a:t>
            </a:r>
            <a:r>
              <a:rPr lang="en-US" sz="2474" b="1" dirty="0">
                <a:solidFill>
                  <a:srgbClr val="B83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Danger</a:t>
            </a:r>
            <a:endParaRPr lang="en-US" sz="2474" dirty="0"/>
          </a:p>
        </p:txBody>
      </p:sp>
      <p:sp>
        <p:nvSpPr>
          <p:cNvPr id="252" name="Text 14">
            <a:extLst>
              <a:ext uri="{FF2B5EF4-FFF2-40B4-BE49-F238E27FC236}">
                <a16:creationId xmlns:a16="http://schemas.microsoft.com/office/drawing/2014/main" id="{36ADC9DD-67AF-DA51-D382-A0BB68DABE3D}"/>
              </a:ext>
            </a:extLst>
          </p:cNvPr>
          <p:cNvSpPr/>
          <p:nvPr/>
        </p:nvSpPr>
        <p:spPr>
          <a:xfrm>
            <a:off x="1665459" y="5837006"/>
            <a:ext cx="5016266" cy="25041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4973" indent="-234973">
              <a:lnSpc>
                <a:spcPts val="2770"/>
              </a:lnSpc>
              <a:buSzPct val="100000"/>
              <a:buChar char="•"/>
            </a:pPr>
            <a:r>
              <a:rPr lang="en-US" sz="1979" dirty="0">
                <a:solidFill>
                  <a:srgbClr val="3A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YOLO로 사람의 위치 및 Bounding Box 추적</a:t>
            </a:r>
            <a:endParaRPr lang="en-US" sz="1979" dirty="0"/>
          </a:p>
          <a:p>
            <a:pPr marL="234973" indent="-234973">
              <a:lnSpc>
                <a:spcPts val="2770"/>
              </a:lnSpc>
              <a:buSzPct val="100000"/>
              <a:buChar char="•"/>
            </a:pPr>
            <a:r>
              <a:rPr lang="en-US" sz="1979" dirty="0">
                <a:solidFill>
                  <a:srgbClr val="3A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프레임 간 Bounding Box의 위치·크기 변화 분석</a:t>
            </a:r>
            <a:endParaRPr lang="en-US" sz="1979" dirty="0"/>
          </a:p>
          <a:p>
            <a:pPr marL="234973" indent="-234973">
              <a:lnSpc>
                <a:spcPts val="2770"/>
              </a:lnSpc>
              <a:buSzPct val="100000"/>
              <a:buChar char="•"/>
            </a:pPr>
            <a:r>
              <a:rPr lang="en-US" sz="1979" dirty="0">
                <a:solidFill>
                  <a:srgbClr val="3A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짧은 시간 동안 발생하는 급격한 변화 감지</a:t>
            </a:r>
            <a:endParaRPr lang="en-US" sz="1979" dirty="0"/>
          </a:p>
          <a:p>
            <a:pPr marL="234973" indent="-234973">
              <a:lnSpc>
                <a:spcPts val="2770"/>
              </a:lnSpc>
              <a:buSzPct val="100000"/>
              <a:buChar char="•"/>
            </a:pPr>
            <a:r>
              <a:rPr lang="en-US" sz="1979" dirty="0">
                <a:solidFill>
                  <a:srgbClr val="3A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조건 만족 시 이벤트 생성</a:t>
            </a:r>
            <a:endParaRPr lang="en-US" sz="1979" dirty="0"/>
          </a:p>
        </p:txBody>
      </p:sp>
      <p:sp>
        <p:nvSpPr>
          <p:cNvPr id="254" name="Text 15">
            <a:extLst>
              <a:ext uri="{FF2B5EF4-FFF2-40B4-BE49-F238E27FC236}">
                <a16:creationId xmlns:a16="http://schemas.microsoft.com/office/drawing/2014/main" id="{C39A2755-27B2-5C64-1BE3-097DEA573769}"/>
              </a:ext>
            </a:extLst>
          </p:cNvPr>
          <p:cNvSpPr/>
          <p:nvPr/>
        </p:nvSpPr>
        <p:spPr>
          <a:xfrm>
            <a:off x="1661396" y="8848861"/>
            <a:ext cx="5212700" cy="393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70"/>
              </a:lnSpc>
            </a:pPr>
            <a:r>
              <a:rPr lang="en-US" sz="1979" b="1" dirty="0">
                <a:solidFill>
                  <a:srgbClr val="B83A2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→ fall_detect</a:t>
            </a:r>
            <a:endParaRPr lang="en-US" sz="1979" dirty="0"/>
          </a:p>
        </p:txBody>
      </p:sp>
      <p:sp>
        <p:nvSpPr>
          <p:cNvPr id="33" name="Shape 16">
            <a:extLst>
              <a:ext uri="{FF2B5EF4-FFF2-40B4-BE49-F238E27FC236}">
                <a16:creationId xmlns:a16="http://schemas.microsoft.com/office/drawing/2014/main" id="{8FD32EFD-F17B-55DA-FFD1-474E6DB8875C}"/>
              </a:ext>
            </a:extLst>
          </p:cNvPr>
          <p:cNvSpPr/>
          <p:nvPr/>
        </p:nvSpPr>
        <p:spPr>
          <a:xfrm>
            <a:off x="7060774" y="5077868"/>
            <a:ext cx="5657878" cy="4319568"/>
          </a:xfrm>
          <a:prstGeom prst="roundRect">
            <a:avLst>
              <a:gd name="adj" fmla="val 3293"/>
            </a:avLst>
          </a:pr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/>
          <a:lstStyle/>
          <a:p>
            <a:endParaRPr lang="ko-KR" altLang="en-US" sz="4894"/>
          </a:p>
        </p:txBody>
      </p:sp>
      <p:sp>
        <p:nvSpPr>
          <p:cNvPr id="37" name="Text 17">
            <a:extLst>
              <a:ext uri="{FF2B5EF4-FFF2-40B4-BE49-F238E27FC236}">
                <a16:creationId xmlns:a16="http://schemas.microsoft.com/office/drawing/2014/main" id="{316FD208-BDA4-C376-A336-1914563725B1}"/>
              </a:ext>
            </a:extLst>
          </p:cNvPr>
          <p:cNvSpPr/>
          <p:nvPr/>
        </p:nvSpPr>
        <p:spPr>
          <a:xfrm>
            <a:off x="7359193" y="5334403"/>
            <a:ext cx="5212868" cy="4188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968"/>
              </a:lnSpc>
            </a:pPr>
            <a:r>
              <a:rPr lang="en-US" sz="2474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택배 감지 </a:t>
            </a:r>
            <a:r>
              <a:rPr lang="en-US" sz="2474" b="1" dirty="0">
                <a:solidFill>
                  <a:srgbClr val="2C6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Normal</a:t>
            </a:r>
            <a:endParaRPr lang="en-US" sz="2474" dirty="0"/>
          </a:p>
        </p:txBody>
      </p:sp>
      <p:sp>
        <p:nvSpPr>
          <p:cNvPr id="39" name="Text 18">
            <a:extLst>
              <a:ext uri="{FF2B5EF4-FFF2-40B4-BE49-F238E27FC236}">
                <a16:creationId xmlns:a16="http://schemas.microsoft.com/office/drawing/2014/main" id="{954AE1FF-CE75-5FF2-AA59-1E1EE8F838DC}"/>
              </a:ext>
            </a:extLst>
          </p:cNvPr>
          <p:cNvSpPr/>
          <p:nvPr/>
        </p:nvSpPr>
        <p:spPr>
          <a:xfrm>
            <a:off x="7543062" y="5837005"/>
            <a:ext cx="5016435" cy="1800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4973" indent="-234973">
              <a:lnSpc>
                <a:spcPts val="2770"/>
              </a:lnSpc>
              <a:buSzPct val="100000"/>
              <a:buChar char="•"/>
            </a:pPr>
            <a:r>
              <a:rPr lang="en-US" sz="1979" dirty="0">
                <a:solidFill>
                  <a:srgbClr val="3A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YOLO로 사람의 방문 여부 확인</a:t>
            </a:r>
            <a:endParaRPr lang="en-US" sz="1979" dirty="0"/>
          </a:p>
          <a:p>
            <a:pPr marL="234973" indent="-234973">
              <a:lnSpc>
                <a:spcPts val="2770"/>
              </a:lnSpc>
              <a:buSzPct val="100000"/>
              <a:buChar char="•"/>
            </a:pPr>
            <a:r>
              <a:rPr lang="en-US" sz="1979" dirty="0">
                <a:solidFill>
                  <a:srgbClr val="3A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사람이 머문 영역을 기준 영역으로 설정</a:t>
            </a:r>
            <a:endParaRPr lang="en-US" sz="1979" dirty="0"/>
          </a:p>
          <a:p>
            <a:pPr marL="234973" indent="-234973">
              <a:lnSpc>
                <a:spcPts val="2770"/>
              </a:lnSpc>
              <a:buSzPct val="100000"/>
              <a:buChar char="•"/>
            </a:pPr>
            <a:r>
              <a:rPr lang="en-US" sz="1979" dirty="0">
                <a:solidFill>
                  <a:srgbClr val="3A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사람 퇴장 후 일정 시간 대기</a:t>
            </a:r>
            <a:endParaRPr lang="en-US" sz="1979" dirty="0"/>
          </a:p>
          <a:p>
            <a:pPr marL="234973" indent="-234973">
              <a:lnSpc>
                <a:spcPts val="2770"/>
              </a:lnSpc>
              <a:buSzPct val="100000"/>
              <a:buChar char="•"/>
            </a:pPr>
            <a:r>
              <a:rPr lang="en-US" sz="1979" dirty="0">
                <a:solidFill>
                  <a:srgbClr val="3A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방문 전후 해당 영역의 Pixel 변화 분석</a:t>
            </a:r>
            <a:endParaRPr lang="en-US" sz="1979" dirty="0"/>
          </a:p>
          <a:p>
            <a:pPr marL="234973" indent="-234973">
              <a:lnSpc>
                <a:spcPts val="2770"/>
              </a:lnSpc>
              <a:buSzPct val="100000"/>
              <a:buChar char="•"/>
            </a:pPr>
            <a:r>
              <a:rPr lang="en-US" sz="1979" dirty="0">
                <a:solidFill>
                  <a:srgbClr val="3A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변화가 일정 시간 유지되면 이벤트 생성</a:t>
            </a:r>
            <a:endParaRPr lang="en-US" sz="1979" dirty="0"/>
          </a:p>
        </p:txBody>
      </p:sp>
      <p:sp>
        <p:nvSpPr>
          <p:cNvPr id="42" name="Text 19">
            <a:extLst>
              <a:ext uri="{FF2B5EF4-FFF2-40B4-BE49-F238E27FC236}">
                <a16:creationId xmlns:a16="http://schemas.microsoft.com/office/drawing/2014/main" id="{4BE6DC99-E83E-A0F0-74AC-0C7F6546E7F1}"/>
              </a:ext>
            </a:extLst>
          </p:cNvPr>
          <p:cNvSpPr/>
          <p:nvPr/>
        </p:nvSpPr>
        <p:spPr>
          <a:xfrm>
            <a:off x="7538999" y="8848861"/>
            <a:ext cx="5212868" cy="393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70"/>
              </a:lnSpc>
            </a:pPr>
            <a:r>
              <a:rPr lang="en-US" sz="1979" b="1" dirty="0">
                <a:solidFill>
                  <a:srgbClr val="2C6B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→ delivery</a:t>
            </a:r>
            <a:endParaRPr lang="en-US" sz="1979" dirty="0"/>
          </a:p>
        </p:txBody>
      </p:sp>
      <p:sp>
        <p:nvSpPr>
          <p:cNvPr id="45" name="Shape 20">
            <a:extLst>
              <a:ext uri="{FF2B5EF4-FFF2-40B4-BE49-F238E27FC236}">
                <a16:creationId xmlns:a16="http://schemas.microsoft.com/office/drawing/2014/main" id="{47053921-E058-F67B-CB79-6D3A351A3B2D}"/>
              </a:ext>
            </a:extLst>
          </p:cNvPr>
          <p:cNvSpPr/>
          <p:nvPr/>
        </p:nvSpPr>
        <p:spPr>
          <a:xfrm>
            <a:off x="12938537" y="5077868"/>
            <a:ext cx="5657715" cy="4319568"/>
          </a:xfrm>
          <a:prstGeom prst="roundRect">
            <a:avLst>
              <a:gd name="adj" fmla="val 3293"/>
            </a:avLst>
          </a:pr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/>
          <a:lstStyle/>
          <a:p>
            <a:endParaRPr lang="ko-KR" altLang="en-US" sz="4894"/>
          </a:p>
        </p:txBody>
      </p:sp>
      <p:sp>
        <p:nvSpPr>
          <p:cNvPr id="48" name="Text 21">
            <a:extLst>
              <a:ext uri="{FF2B5EF4-FFF2-40B4-BE49-F238E27FC236}">
                <a16:creationId xmlns:a16="http://schemas.microsoft.com/office/drawing/2014/main" id="{9C4322B4-07F9-5257-F0B4-B03B712E906C}"/>
              </a:ext>
            </a:extLst>
          </p:cNvPr>
          <p:cNvSpPr/>
          <p:nvPr/>
        </p:nvSpPr>
        <p:spPr>
          <a:xfrm>
            <a:off x="13236958" y="5334403"/>
            <a:ext cx="5212700" cy="4188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968"/>
              </a:lnSpc>
            </a:pPr>
            <a:r>
              <a:rPr lang="en-US" sz="2474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방문자 감지 </a:t>
            </a:r>
            <a:r>
              <a:rPr lang="en-US" sz="2474" b="1" dirty="0">
                <a:solidFill>
                  <a:srgbClr val="2C6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Normal</a:t>
            </a:r>
            <a:endParaRPr lang="en-US" sz="2474" dirty="0"/>
          </a:p>
        </p:txBody>
      </p:sp>
      <p:sp>
        <p:nvSpPr>
          <p:cNvPr id="52" name="Text 22">
            <a:extLst>
              <a:ext uri="{FF2B5EF4-FFF2-40B4-BE49-F238E27FC236}">
                <a16:creationId xmlns:a16="http://schemas.microsoft.com/office/drawing/2014/main" id="{BE114101-DAD6-6B5E-D9F5-8549715FE588}"/>
              </a:ext>
            </a:extLst>
          </p:cNvPr>
          <p:cNvSpPr/>
          <p:nvPr/>
        </p:nvSpPr>
        <p:spPr>
          <a:xfrm>
            <a:off x="13420827" y="5837006"/>
            <a:ext cx="5016266" cy="1448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4973" indent="-234973">
              <a:lnSpc>
                <a:spcPts val="2770"/>
              </a:lnSpc>
              <a:buSzPct val="100000"/>
              <a:buChar char="•"/>
            </a:pPr>
            <a:r>
              <a:rPr lang="en-US" sz="1979" dirty="0">
                <a:solidFill>
                  <a:srgbClr val="3A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YOLO의 person 클래스 활용</a:t>
            </a:r>
            <a:endParaRPr lang="en-US" sz="1979" dirty="0"/>
          </a:p>
          <a:p>
            <a:pPr marL="234973" indent="-234973">
              <a:lnSpc>
                <a:spcPts val="2770"/>
              </a:lnSpc>
              <a:buSzPct val="100000"/>
              <a:buChar char="•"/>
            </a:pPr>
            <a:r>
              <a:rPr lang="en-US" sz="1979" dirty="0">
                <a:solidFill>
                  <a:srgbClr val="3A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영상 내 사람의 등장 여부 확인</a:t>
            </a:r>
            <a:endParaRPr lang="en-US" sz="1979" dirty="0"/>
          </a:p>
          <a:p>
            <a:pPr marL="234973" indent="-234973">
              <a:lnSpc>
                <a:spcPts val="2770"/>
              </a:lnSpc>
              <a:buSzPct val="100000"/>
              <a:buChar char="•"/>
            </a:pPr>
            <a:r>
              <a:rPr lang="en-US" sz="1979" dirty="0">
                <a:solidFill>
                  <a:srgbClr val="3A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일정 시간 이상 사람 존재 여부 확인</a:t>
            </a:r>
            <a:endParaRPr lang="en-US" sz="1979" dirty="0"/>
          </a:p>
          <a:p>
            <a:pPr marL="234973" indent="-234973">
              <a:lnSpc>
                <a:spcPts val="2770"/>
              </a:lnSpc>
              <a:buSzPct val="100000"/>
              <a:buChar char="•"/>
            </a:pPr>
            <a:r>
              <a:rPr lang="en-US" sz="1979" dirty="0">
                <a:solidFill>
                  <a:srgbClr val="3A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방문자 발생 시 이벤트 생성</a:t>
            </a:r>
            <a:endParaRPr lang="en-US" sz="1979" dirty="0"/>
          </a:p>
        </p:txBody>
      </p:sp>
      <p:sp>
        <p:nvSpPr>
          <p:cNvPr id="55" name="Text 23">
            <a:extLst>
              <a:ext uri="{FF2B5EF4-FFF2-40B4-BE49-F238E27FC236}">
                <a16:creationId xmlns:a16="http://schemas.microsoft.com/office/drawing/2014/main" id="{50E6159A-A821-5E96-6FA6-A3C0C00AADDD}"/>
              </a:ext>
            </a:extLst>
          </p:cNvPr>
          <p:cNvSpPr/>
          <p:nvPr/>
        </p:nvSpPr>
        <p:spPr>
          <a:xfrm>
            <a:off x="13445421" y="8848860"/>
            <a:ext cx="5212700" cy="393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70"/>
              </a:lnSpc>
            </a:pPr>
            <a:r>
              <a:rPr lang="en-US" sz="1979" b="1" dirty="0">
                <a:solidFill>
                  <a:srgbClr val="2C6B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→ visitor</a:t>
            </a:r>
            <a:endParaRPr lang="en-US" sz="1979" dirty="0"/>
          </a:p>
        </p:txBody>
      </p:sp>
    </p:spTree>
    <p:extLst>
      <p:ext uri="{BB962C8B-B14F-4D97-AF65-F5344CB8AC3E}">
        <p14:creationId xmlns:p14="http://schemas.microsoft.com/office/powerpoint/2010/main" val="281580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C5584-B3D5-4DA4-7FC2-CEA46B5A0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">
            <a:extLst>
              <a:ext uri="{FF2B5EF4-FFF2-40B4-BE49-F238E27FC236}">
                <a16:creationId xmlns:a16="http://schemas.microsoft.com/office/drawing/2014/main" id="{E9AE1159-A1DB-8291-74E8-194ABB76AD87}"/>
              </a:ext>
            </a:extLst>
          </p:cNvPr>
          <p:cNvSpPr/>
          <p:nvPr/>
        </p:nvSpPr>
        <p:spPr>
          <a:xfrm>
            <a:off x="-2" y="3682350"/>
            <a:ext cx="20104100" cy="3535052"/>
          </a:xfrm>
          <a:custGeom>
            <a:avLst/>
            <a:gdLst/>
            <a:ahLst/>
            <a:cxnLst/>
            <a:rect l="l" t="t" r="r" b="b"/>
            <a:pathLst>
              <a:path w="20104100" h="11308715" extrusionOk="0">
                <a:moveTo>
                  <a:pt x="20104100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100" y="11308556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0" name="Google Shape;50;p1">
            <a:extLst>
              <a:ext uri="{FF2B5EF4-FFF2-40B4-BE49-F238E27FC236}">
                <a16:creationId xmlns:a16="http://schemas.microsoft.com/office/drawing/2014/main" id="{E13CB406-D183-5679-A6D9-352764A4A876}"/>
              </a:ext>
            </a:extLst>
          </p:cNvPr>
          <p:cNvSpPr/>
          <p:nvPr/>
        </p:nvSpPr>
        <p:spPr>
          <a:xfrm>
            <a:off x="83735" y="3850384"/>
            <a:ext cx="872907" cy="939209"/>
          </a:xfrm>
          <a:custGeom>
            <a:avLst/>
            <a:gdLst/>
            <a:ahLst/>
            <a:cxnLst/>
            <a:rect l="l" t="t" r="r" b="b"/>
            <a:pathLst>
              <a:path w="2731135" h="2731770" extrusionOk="0">
                <a:moveTo>
                  <a:pt x="2730903" y="0"/>
                </a:moveTo>
                <a:lnTo>
                  <a:pt x="6408" y="0"/>
                </a:lnTo>
                <a:lnTo>
                  <a:pt x="0" y="6646"/>
                </a:lnTo>
                <a:lnTo>
                  <a:pt x="0" y="1820778"/>
                </a:lnTo>
                <a:lnTo>
                  <a:pt x="910137" y="1820778"/>
                </a:lnTo>
                <a:lnTo>
                  <a:pt x="910137" y="2731217"/>
                </a:lnTo>
                <a:lnTo>
                  <a:pt x="2725600" y="2731217"/>
                </a:lnTo>
                <a:lnTo>
                  <a:pt x="2730903" y="2726354"/>
                </a:lnTo>
                <a:lnTo>
                  <a:pt x="2730903" y="0"/>
                </a:lnTo>
                <a:close/>
              </a:path>
            </a:pathLst>
          </a:custGeom>
          <a:solidFill>
            <a:srgbClr val="202E5E"/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1" name="Google Shape;51;p1">
            <a:extLst>
              <a:ext uri="{FF2B5EF4-FFF2-40B4-BE49-F238E27FC236}">
                <a16:creationId xmlns:a16="http://schemas.microsoft.com/office/drawing/2014/main" id="{645F029A-1B70-18CE-70C6-B4139F037FFB}"/>
              </a:ext>
            </a:extLst>
          </p:cNvPr>
          <p:cNvSpPr/>
          <p:nvPr/>
        </p:nvSpPr>
        <p:spPr>
          <a:xfrm>
            <a:off x="83735" y="6089284"/>
            <a:ext cx="868373" cy="940012"/>
          </a:xfrm>
          <a:custGeom>
            <a:avLst/>
            <a:gdLst/>
            <a:ahLst/>
            <a:cxnLst/>
            <a:rect l="l" t="t" r="r" b="b"/>
            <a:pathLst>
              <a:path w="2714625" h="2731770" extrusionOk="0">
                <a:moveTo>
                  <a:pt x="2708950" y="0"/>
                </a:moveTo>
                <a:lnTo>
                  <a:pt x="0" y="0"/>
                </a:lnTo>
                <a:lnTo>
                  <a:pt x="0" y="2731217"/>
                </a:lnTo>
                <a:lnTo>
                  <a:pt x="2708485" y="2731217"/>
                </a:lnTo>
                <a:lnTo>
                  <a:pt x="2714102" y="2725286"/>
                </a:lnTo>
                <a:lnTo>
                  <a:pt x="2714102" y="1820778"/>
                </a:lnTo>
                <a:lnTo>
                  <a:pt x="1803688" y="1820778"/>
                </a:lnTo>
                <a:lnTo>
                  <a:pt x="1803688" y="910288"/>
                </a:lnTo>
                <a:lnTo>
                  <a:pt x="2714102" y="910288"/>
                </a:lnTo>
                <a:lnTo>
                  <a:pt x="2714102" y="5076"/>
                </a:lnTo>
                <a:lnTo>
                  <a:pt x="2708950" y="0"/>
                </a:lnTo>
                <a:close/>
              </a:path>
            </a:pathLst>
          </a:custGeom>
          <a:solidFill>
            <a:srgbClr val="202E5E"/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6" name="Google Shape;56;p1">
            <a:extLst>
              <a:ext uri="{FF2B5EF4-FFF2-40B4-BE49-F238E27FC236}">
                <a16:creationId xmlns:a16="http://schemas.microsoft.com/office/drawing/2014/main" id="{A1C8A83A-53A3-F68A-5D35-0956C12BC3A8}"/>
              </a:ext>
            </a:extLst>
          </p:cNvPr>
          <p:cNvSpPr/>
          <p:nvPr/>
        </p:nvSpPr>
        <p:spPr>
          <a:xfrm>
            <a:off x="83735" y="4967088"/>
            <a:ext cx="872907" cy="944701"/>
          </a:xfrm>
          <a:custGeom>
            <a:avLst/>
            <a:gdLst/>
            <a:ahLst/>
            <a:cxnLst/>
            <a:rect l="l" t="t" r="r" b="b"/>
            <a:pathLst>
              <a:path w="2245995" h="2245359" extrusionOk="0">
                <a:moveTo>
                  <a:pt x="2239910" y="0"/>
                </a:moveTo>
                <a:lnTo>
                  <a:pt x="2233427" y="0"/>
                </a:lnTo>
                <a:lnTo>
                  <a:pt x="5340" y="0"/>
                </a:lnTo>
                <a:lnTo>
                  <a:pt x="0" y="5490"/>
                </a:lnTo>
                <a:lnTo>
                  <a:pt x="0" y="2245263"/>
                </a:lnTo>
                <a:lnTo>
                  <a:pt x="583471" y="2245263"/>
                </a:lnTo>
                <a:lnTo>
                  <a:pt x="1122726" y="1496813"/>
                </a:lnTo>
                <a:lnTo>
                  <a:pt x="1662169" y="2245263"/>
                </a:lnTo>
                <a:lnTo>
                  <a:pt x="2245401" y="2245263"/>
                </a:lnTo>
                <a:lnTo>
                  <a:pt x="2245401" y="5490"/>
                </a:lnTo>
                <a:lnTo>
                  <a:pt x="2239910" y="0"/>
                </a:lnTo>
                <a:close/>
              </a:path>
            </a:pathLst>
          </a:custGeom>
          <a:solidFill>
            <a:srgbClr val="202E5E">
              <a:alpha val="98000"/>
            </a:srgbClr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17" name="Google Shape;53;p1">
            <a:extLst>
              <a:ext uri="{FF2B5EF4-FFF2-40B4-BE49-F238E27FC236}">
                <a16:creationId xmlns:a16="http://schemas.microsoft.com/office/drawing/2014/main" id="{44F1356F-C7AC-CA7A-B671-60C56F25714C}"/>
              </a:ext>
            </a:extLst>
          </p:cNvPr>
          <p:cNvSpPr txBox="1"/>
          <p:nvPr/>
        </p:nvSpPr>
        <p:spPr>
          <a:xfrm>
            <a:off x="4176396" y="4654628"/>
            <a:ext cx="11751304" cy="156962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9600" b="1" dirty="0">
                <a:solidFill>
                  <a:schemeClr val="lt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</a:rPr>
              <a:t>Backend &amp; Cloud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5E28B52-9A5B-1DE6-5A32-38D3FF51A1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674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AB6ED-9F67-13E5-9A67-E34C42EF1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">
            <a:extLst>
              <a:ext uri="{FF2B5EF4-FFF2-40B4-BE49-F238E27FC236}">
                <a16:creationId xmlns:a16="http://schemas.microsoft.com/office/drawing/2014/main" id="{61B1AC1E-B6C0-FE68-72C4-B634B0B1CC1B}"/>
              </a:ext>
            </a:extLst>
          </p:cNvPr>
          <p:cNvSpPr/>
          <p:nvPr/>
        </p:nvSpPr>
        <p:spPr>
          <a:xfrm>
            <a:off x="0" y="0"/>
            <a:ext cx="20104100" cy="638810"/>
          </a:xfrm>
          <a:custGeom>
            <a:avLst/>
            <a:gdLst/>
            <a:ahLst/>
            <a:cxnLst/>
            <a:rect l="l" t="t" r="r" b="b"/>
            <a:pathLst>
              <a:path w="20104100" h="638810" extrusionOk="0">
                <a:moveTo>
                  <a:pt x="20104100" y="0"/>
                </a:moveTo>
                <a:lnTo>
                  <a:pt x="0" y="0"/>
                </a:lnTo>
                <a:lnTo>
                  <a:pt x="0" y="638757"/>
                </a:lnTo>
                <a:lnTo>
                  <a:pt x="20104100" y="638757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3" name="Google Shape;243;p11">
            <a:extLst>
              <a:ext uri="{FF2B5EF4-FFF2-40B4-BE49-F238E27FC236}">
                <a16:creationId xmlns:a16="http://schemas.microsoft.com/office/drawing/2014/main" id="{F3E32D38-26FE-224A-3F39-B7892F2A5F6D}"/>
              </a:ext>
            </a:extLst>
          </p:cNvPr>
          <p:cNvSpPr/>
          <p:nvPr/>
        </p:nvSpPr>
        <p:spPr>
          <a:xfrm flipV="1">
            <a:off x="3788697" y="2398026"/>
            <a:ext cx="12727483" cy="45719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5" name="Google Shape;245;p11">
            <a:extLst>
              <a:ext uri="{FF2B5EF4-FFF2-40B4-BE49-F238E27FC236}">
                <a16:creationId xmlns:a16="http://schemas.microsoft.com/office/drawing/2014/main" id="{EDC9BE47-C361-21F9-8B78-355B4D203004}"/>
              </a:ext>
            </a:extLst>
          </p:cNvPr>
          <p:cNvSpPr/>
          <p:nvPr/>
        </p:nvSpPr>
        <p:spPr>
          <a:xfrm>
            <a:off x="3788698" y="10263851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grpSp>
        <p:nvGrpSpPr>
          <p:cNvPr id="247" name="Google Shape;247;p11">
            <a:extLst>
              <a:ext uri="{FF2B5EF4-FFF2-40B4-BE49-F238E27FC236}">
                <a16:creationId xmlns:a16="http://schemas.microsoft.com/office/drawing/2014/main" id="{77E5E262-8855-168A-B0D2-D589F08888BB}"/>
              </a:ext>
            </a:extLst>
          </p:cNvPr>
          <p:cNvGrpSpPr/>
          <p:nvPr/>
        </p:nvGrpSpPr>
        <p:grpSpPr>
          <a:xfrm>
            <a:off x="0" y="11183232"/>
            <a:ext cx="20104644" cy="125730"/>
            <a:chOff x="0" y="11183232"/>
            <a:chExt cx="20104644" cy="125730"/>
          </a:xfrm>
        </p:grpSpPr>
        <p:sp>
          <p:nvSpPr>
            <p:cNvPr id="248" name="Google Shape;248;p11">
              <a:extLst>
                <a:ext uri="{FF2B5EF4-FFF2-40B4-BE49-F238E27FC236}">
                  <a16:creationId xmlns:a16="http://schemas.microsoft.com/office/drawing/2014/main" id="{1DC1BA11-6BBA-34FA-ED4D-EE99A5E05EC9}"/>
                </a:ext>
              </a:extLst>
            </p:cNvPr>
            <p:cNvSpPr/>
            <p:nvPr/>
          </p:nvSpPr>
          <p:spPr>
            <a:xfrm>
              <a:off x="0" y="11183232"/>
              <a:ext cx="15770225" cy="125730"/>
            </a:xfrm>
            <a:custGeom>
              <a:avLst/>
              <a:gdLst/>
              <a:ahLst/>
              <a:cxnLst/>
              <a:rect l="l" t="t" r="r" b="b"/>
              <a:pathLst>
                <a:path w="15770225" h="125729" extrusionOk="0">
                  <a:moveTo>
                    <a:pt x="0" y="125323"/>
                  </a:moveTo>
                  <a:lnTo>
                    <a:pt x="15770133" y="125323"/>
                  </a:lnTo>
                  <a:lnTo>
                    <a:pt x="15770133" y="0"/>
                  </a:lnTo>
                  <a:lnTo>
                    <a:pt x="0" y="0"/>
                  </a:lnTo>
                  <a:lnTo>
                    <a:pt x="0" y="125323"/>
                  </a:lnTo>
                  <a:close/>
                </a:path>
              </a:pathLst>
            </a:custGeom>
            <a:solidFill>
              <a:srgbClr val="202E5E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  <p:sp>
          <p:nvSpPr>
            <p:cNvPr id="249" name="Google Shape;249;p11">
              <a:extLst>
                <a:ext uri="{FF2B5EF4-FFF2-40B4-BE49-F238E27FC236}">
                  <a16:creationId xmlns:a16="http://schemas.microsoft.com/office/drawing/2014/main" id="{A66143EF-813F-DF97-AAE9-8D7DC5A020CF}"/>
                </a:ext>
              </a:extLst>
            </p:cNvPr>
            <p:cNvSpPr/>
            <p:nvPr/>
          </p:nvSpPr>
          <p:spPr>
            <a:xfrm>
              <a:off x="15770133" y="11183609"/>
              <a:ext cx="4334510" cy="125095"/>
            </a:xfrm>
            <a:custGeom>
              <a:avLst/>
              <a:gdLst/>
              <a:ahLst/>
              <a:cxnLst/>
              <a:rect l="l" t="t" r="r" b="b"/>
              <a:pathLst>
                <a:path w="4334509" h="125095" extrusionOk="0">
                  <a:moveTo>
                    <a:pt x="0" y="124946"/>
                  </a:moveTo>
                  <a:lnTo>
                    <a:pt x="0" y="0"/>
                  </a:lnTo>
                  <a:lnTo>
                    <a:pt x="4333965" y="0"/>
                  </a:lnTo>
                  <a:lnTo>
                    <a:pt x="4333965" y="124946"/>
                  </a:lnTo>
                  <a:lnTo>
                    <a:pt x="0" y="124946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</p:grpSp>
      <p:sp>
        <p:nvSpPr>
          <p:cNvPr id="15" name="Google Shape;250;p11">
            <a:extLst>
              <a:ext uri="{FF2B5EF4-FFF2-40B4-BE49-F238E27FC236}">
                <a16:creationId xmlns:a16="http://schemas.microsoft.com/office/drawing/2014/main" id="{51E0A039-12AF-9145-7597-7A78C12A6AAD}"/>
              </a:ext>
            </a:extLst>
          </p:cNvPr>
          <p:cNvSpPr txBox="1"/>
          <p:nvPr/>
        </p:nvSpPr>
        <p:spPr>
          <a:xfrm>
            <a:off x="3788697" y="1332639"/>
            <a:ext cx="13812747" cy="830956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lvl="0">
              <a:defRPr/>
            </a:pPr>
            <a:r>
              <a:rPr lang="ko-KR" altLang="en-US" sz="48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전체 구조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FF84FFA-D79B-9878-9488-51A519BB29F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 dirty="0"/>
          </a:p>
        </p:txBody>
      </p:sp>
      <p:pic>
        <p:nvPicPr>
          <p:cNvPr id="6" name="Google Shape;246;p11">
            <a:extLst>
              <a:ext uri="{FF2B5EF4-FFF2-40B4-BE49-F238E27FC236}">
                <a16:creationId xmlns:a16="http://schemas.microsoft.com/office/drawing/2014/main" id="{04DE1337-74A3-D7A4-70EF-FC53C3D84AAB}"/>
              </a:ext>
            </a:extLst>
          </p:cNvPr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16544767" y="10517438"/>
            <a:ext cx="2113354" cy="29679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242;p11">
            <a:extLst>
              <a:ext uri="{FF2B5EF4-FFF2-40B4-BE49-F238E27FC236}">
                <a16:creationId xmlns:a16="http://schemas.microsoft.com/office/drawing/2014/main" id="{9BB8B655-617E-D998-26A8-89B568DA20A6}"/>
              </a:ext>
            </a:extLst>
          </p:cNvPr>
          <p:cNvSpPr/>
          <p:nvPr/>
        </p:nvSpPr>
        <p:spPr>
          <a:xfrm>
            <a:off x="970895" y="1072291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17" name="Google Shape;244;p11">
            <a:extLst>
              <a:ext uri="{FF2B5EF4-FFF2-40B4-BE49-F238E27FC236}">
                <a16:creationId xmlns:a16="http://schemas.microsoft.com/office/drawing/2014/main" id="{80980917-B208-0ACE-F890-57BF960B3A94}"/>
              </a:ext>
            </a:extLst>
          </p:cNvPr>
          <p:cNvSpPr/>
          <p:nvPr/>
        </p:nvSpPr>
        <p:spPr>
          <a:xfrm>
            <a:off x="970895" y="2831510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19" name="Google Shape;250;p11">
            <a:extLst>
              <a:ext uri="{FF2B5EF4-FFF2-40B4-BE49-F238E27FC236}">
                <a16:creationId xmlns:a16="http://schemas.microsoft.com/office/drawing/2014/main" id="{7A92E4B5-4520-17F8-60AB-56F5CAF64707}"/>
              </a:ext>
            </a:extLst>
          </p:cNvPr>
          <p:cNvSpPr txBox="1"/>
          <p:nvPr/>
        </p:nvSpPr>
        <p:spPr>
          <a:xfrm>
            <a:off x="970895" y="1382405"/>
            <a:ext cx="1823084" cy="1015622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60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B1</a:t>
            </a:r>
            <a:endParaRPr sz="6000" b="1" dirty="0">
              <a:solidFill>
                <a:srgbClr val="202E5E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KoPubWorld바탕체 Medium"/>
              <a:sym typeface="NanumGothic ExtraBold"/>
            </a:endParaRPr>
          </a:p>
        </p:txBody>
      </p:sp>
      <p:sp>
        <p:nvSpPr>
          <p:cNvPr id="362" name="Shape 28">
            <a:extLst>
              <a:ext uri="{FF2B5EF4-FFF2-40B4-BE49-F238E27FC236}">
                <a16:creationId xmlns:a16="http://schemas.microsoft.com/office/drawing/2014/main" id="{A94DD626-97C3-679D-0789-AD3CF73A00A2}"/>
              </a:ext>
            </a:extLst>
          </p:cNvPr>
          <p:cNvSpPr/>
          <p:nvPr/>
        </p:nvSpPr>
        <p:spPr>
          <a:xfrm>
            <a:off x="2793979" y="8645823"/>
            <a:ext cx="13972350" cy="1306767"/>
          </a:xfrm>
          <a:prstGeom prst="roundRect">
            <a:avLst>
              <a:gd name="adj" fmla="val 12308"/>
            </a:avLst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 sz="8700" dirty="0"/>
          </a:p>
        </p:txBody>
      </p:sp>
      <p:sp>
        <p:nvSpPr>
          <p:cNvPr id="364" name="Text 29">
            <a:extLst>
              <a:ext uri="{FF2B5EF4-FFF2-40B4-BE49-F238E27FC236}">
                <a16:creationId xmlns:a16="http://schemas.microsoft.com/office/drawing/2014/main" id="{72010EBF-7D10-E8A5-E00B-A25A150B00C4}"/>
              </a:ext>
            </a:extLst>
          </p:cNvPr>
          <p:cNvSpPr txBox="1"/>
          <p:nvPr/>
        </p:nvSpPr>
        <p:spPr>
          <a:xfrm>
            <a:off x="3027518" y="8625743"/>
            <a:ext cx="13325483" cy="1306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3001"/>
              </a:lnSpc>
            </a:pPr>
            <a:r>
              <a:rPr lang="en-US" altLang="ko-KR" sz="2000" b="1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통신</a:t>
            </a:r>
            <a:r>
              <a:rPr lang="en-US" altLang="ko-KR" sz="20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2000" b="1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방식</a:t>
            </a:r>
            <a:r>
              <a:rPr lang="en-US" altLang="ko-KR" sz="20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 </a:t>
            </a:r>
            <a:r>
              <a:rPr lang="en-US" altLang="ko-KR" sz="2000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WebSocket·MQTT</a:t>
            </a:r>
            <a:r>
              <a:rPr lang="en-US" altLang="ko-KR" sz="20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2000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없이</a:t>
            </a:r>
            <a:r>
              <a:rPr lang="en-US" altLang="ko-KR" sz="20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2000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일반</a:t>
            </a:r>
            <a:r>
              <a:rPr lang="en-US" altLang="ko-KR" sz="20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HTTPS </a:t>
            </a:r>
            <a:r>
              <a:rPr lang="en-US" altLang="ko-KR" sz="2000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요청만</a:t>
            </a:r>
            <a:r>
              <a:rPr lang="en-US" altLang="ko-KR" sz="20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2000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</a:t>
            </a:r>
            <a:r>
              <a:rPr lang="en-US" altLang="ko-KR" sz="20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r>
              <a:rPr lang="en-US" altLang="ko-KR" sz="2000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연결은</a:t>
            </a:r>
            <a:r>
              <a:rPr lang="en-US" altLang="ko-KR" sz="20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2000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항상</a:t>
            </a:r>
            <a:r>
              <a:rPr lang="en-US" altLang="ko-KR" sz="20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2000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라즈베리파이가</a:t>
            </a:r>
            <a:r>
              <a:rPr lang="en-US" altLang="ko-KR" sz="20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2000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먼저</a:t>
            </a:r>
            <a:r>
              <a:rPr lang="en-US" altLang="ko-KR" sz="20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2000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시작</a:t>
            </a:r>
            <a:endParaRPr lang="en-US" altLang="ko-KR" sz="2000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3E377415-0349-4758-B979-B244E84D7CC9}"/>
              </a:ext>
            </a:extLst>
          </p:cNvPr>
          <p:cNvSpPr txBox="1"/>
          <p:nvPr/>
        </p:nvSpPr>
        <p:spPr>
          <a:xfrm>
            <a:off x="7611024" y="6181191"/>
            <a:ext cx="7021224" cy="741858"/>
          </a:xfrm>
          <a:prstGeom prst="rect">
            <a:avLst/>
          </a:prstGeom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lnSpc>
                <a:spcPct val="150000"/>
              </a:lnSpc>
              <a:defRPr/>
            </a:pPr>
            <a:endParaRPr lang="ko-KR" altLang="en-US" sz="3200">
              <a:latin typeface="KoPubWorld바탕체 Medium"/>
              <a:ea typeface="KoPubWorld바탕체 Medium"/>
              <a:cs typeface="KoPubWorld바탕체 Medium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9CA1C177-CE32-2B93-26CA-8A50810203FD}"/>
              </a:ext>
            </a:extLst>
          </p:cNvPr>
          <p:cNvSpPr/>
          <p:nvPr/>
        </p:nvSpPr>
        <p:spPr>
          <a:xfrm>
            <a:off x="4165381" y="2457945"/>
            <a:ext cx="5602694" cy="466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&amp; Cloud</a:t>
            </a:r>
            <a:endParaRPr lang="en-US" sz="2400" dirty="0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CE18C416-B1FA-60E6-5413-3288E7D0222F}"/>
              </a:ext>
            </a:extLst>
          </p:cNvPr>
          <p:cNvSpPr/>
          <p:nvPr/>
        </p:nvSpPr>
        <p:spPr>
          <a:xfrm>
            <a:off x="10546227" y="2457944"/>
            <a:ext cx="3579499" cy="466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2400" dirty="0"/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1F1C3B46-0F75-1806-93A7-3B668A5C5DFC}"/>
              </a:ext>
            </a:extLst>
          </p:cNvPr>
          <p:cNvSpPr/>
          <p:nvPr/>
        </p:nvSpPr>
        <p:spPr>
          <a:xfrm>
            <a:off x="4165380" y="2924835"/>
            <a:ext cx="5641603" cy="3890760"/>
          </a:xfrm>
          <a:prstGeom prst="rect">
            <a:avLst/>
          </a:prstGeom>
          <a:solidFill>
            <a:srgbClr val="E3F2FD"/>
          </a:solidFill>
          <a:ln w="190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23" name="Text 22">
            <a:extLst>
              <a:ext uri="{FF2B5EF4-FFF2-40B4-BE49-F238E27FC236}">
                <a16:creationId xmlns:a16="http://schemas.microsoft.com/office/drawing/2014/main" id="{F6DC4CD6-DC37-E84C-6DCB-76C26587B290}"/>
              </a:ext>
            </a:extLst>
          </p:cNvPr>
          <p:cNvSpPr/>
          <p:nvPr/>
        </p:nvSpPr>
        <p:spPr>
          <a:xfrm>
            <a:off x="4087566" y="3002650"/>
            <a:ext cx="5758324" cy="5447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백엔드 서버 (Node.js)</a:t>
            </a:r>
            <a:endParaRPr lang="en-US" sz="20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630F4D61-DE97-D542-3F5B-A8D0B773597D}"/>
              </a:ext>
            </a:extLst>
          </p:cNvPr>
          <p:cNvSpPr/>
          <p:nvPr/>
        </p:nvSpPr>
        <p:spPr>
          <a:xfrm>
            <a:off x="4243196" y="4373225"/>
            <a:ext cx="2567901" cy="1400673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A66483EA-0659-C6F2-5AA5-D5795F10A6E9}"/>
              </a:ext>
            </a:extLst>
          </p:cNvPr>
          <p:cNvSpPr/>
          <p:nvPr/>
        </p:nvSpPr>
        <p:spPr>
          <a:xfrm>
            <a:off x="4243196" y="4451040"/>
            <a:ext cx="2567901" cy="7003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API</a:t>
            </a:r>
            <a:endParaRPr lang="en-US" sz="2000" dirty="0"/>
          </a:p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</a:t>
            </a:r>
            <a:endParaRPr lang="en-US" sz="2000" dirty="0"/>
          </a:p>
        </p:txBody>
      </p:sp>
      <p:sp>
        <p:nvSpPr>
          <p:cNvPr id="29" name="Text 25">
            <a:extLst>
              <a:ext uri="{FF2B5EF4-FFF2-40B4-BE49-F238E27FC236}">
                <a16:creationId xmlns:a16="http://schemas.microsoft.com/office/drawing/2014/main" id="{4F7E1E76-624D-37F2-083D-F46AE3A06BED}"/>
              </a:ext>
            </a:extLst>
          </p:cNvPr>
          <p:cNvSpPr/>
          <p:nvPr/>
        </p:nvSpPr>
        <p:spPr>
          <a:xfrm>
            <a:off x="4243196" y="5073562"/>
            <a:ext cx="2567901" cy="5447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 요청 중계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제어</a:t>
            </a:r>
            <a:endParaRPr lang="en-US" sz="1200" dirty="0"/>
          </a:p>
        </p:txBody>
      </p:sp>
      <p:sp>
        <p:nvSpPr>
          <p:cNvPr id="31" name="Shape 26">
            <a:extLst>
              <a:ext uri="{FF2B5EF4-FFF2-40B4-BE49-F238E27FC236}">
                <a16:creationId xmlns:a16="http://schemas.microsoft.com/office/drawing/2014/main" id="{DA54AA85-F388-3ED7-3F01-F3AEC5219130}"/>
              </a:ext>
            </a:extLst>
          </p:cNvPr>
          <p:cNvSpPr/>
          <p:nvPr/>
        </p:nvSpPr>
        <p:spPr>
          <a:xfrm>
            <a:off x="7083451" y="4376895"/>
            <a:ext cx="2567901" cy="1400673"/>
          </a:xfrm>
          <a:prstGeom prst="rect">
            <a:avLst/>
          </a:prstGeom>
          <a:solidFill>
            <a:srgbClr val="7F77DD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225" name="Text 27">
            <a:extLst>
              <a:ext uri="{FF2B5EF4-FFF2-40B4-BE49-F238E27FC236}">
                <a16:creationId xmlns:a16="http://schemas.microsoft.com/office/drawing/2014/main" id="{80702782-3615-DD78-B281-C16D591E8F53}"/>
              </a:ext>
            </a:extLst>
          </p:cNvPr>
          <p:cNvSpPr/>
          <p:nvPr/>
        </p:nvSpPr>
        <p:spPr>
          <a:xfrm>
            <a:off x="7083451" y="4454710"/>
            <a:ext cx="2567901" cy="466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</a:t>
            </a:r>
            <a:endParaRPr lang="en-US" sz="2000" dirty="0"/>
          </a:p>
        </p:txBody>
      </p:sp>
      <p:sp>
        <p:nvSpPr>
          <p:cNvPr id="227" name="Text 28">
            <a:extLst>
              <a:ext uri="{FF2B5EF4-FFF2-40B4-BE49-F238E27FC236}">
                <a16:creationId xmlns:a16="http://schemas.microsoft.com/office/drawing/2014/main" id="{330F2EC0-97F6-7103-A711-93D5E9D8A36D}"/>
              </a:ext>
            </a:extLst>
          </p:cNvPr>
          <p:cNvSpPr/>
          <p:nvPr/>
        </p:nvSpPr>
        <p:spPr>
          <a:xfrm>
            <a:off x="7083451" y="4921602"/>
            <a:ext cx="2567901" cy="7003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Tool 제공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DB검색/캡처</a:t>
            </a:r>
            <a:endParaRPr lang="en-US" sz="1200" dirty="0"/>
          </a:p>
        </p:txBody>
      </p:sp>
      <p:sp>
        <p:nvSpPr>
          <p:cNvPr id="229" name="Shape 31">
            <a:extLst>
              <a:ext uri="{FF2B5EF4-FFF2-40B4-BE49-F238E27FC236}">
                <a16:creationId xmlns:a16="http://schemas.microsoft.com/office/drawing/2014/main" id="{15615114-C8FD-4AB7-F488-FBA9A7197EDD}"/>
              </a:ext>
            </a:extLst>
          </p:cNvPr>
          <p:cNvSpPr/>
          <p:nvPr/>
        </p:nvSpPr>
        <p:spPr>
          <a:xfrm>
            <a:off x="4321011" y="7049040"/>
            <a:ext cx="2567901" cy="1478489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231" name="Text 32">
            <a:extLst>
              <a:ext uri="{FF2B5EF4-FFF2-40B4-BE49-F238E27FC236}">
                <a16:creationId xmlns:a16="http://schemas.microsoft.com/office/drawing/2014/main" id="{706D8940-94D5-F769-B8D0-C2CD00D09925}"/>
              </a:ext>
            </a:extLst>
          </p:cNvPr>
          <p:cNvSpPr/>
          <p:nvPr/>
        </p:nvSpPr>
        <p:spPr>
          <a:xfrm>
            <a:off x="4321011" y="7126856"/>
            <a:ext cx="2567901" cy="466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2000" dirty="0"/>
          </a:p>
        </p:txBody>
      </p:sp>
      <p:sp>
        <p:nvSpPr>
          <p:cNvPr id="233" name="Text 33">
            <a:extLst>
              <a:ext uri="{FF2B5EF4-FFF2-40B4-BE49-F238E27FC236}">
                <a16:creationId xmlns:a16="http://schemas.microsoft.com/office/drawing/2014/main" id="{490CE54F-6D0F-2DFC-1458-184A558B5D08}"/>
              </a:ext>
            </a:extLst>
          </p:cNvPr>
          <p:cNvSpPr/>
          <p:nvPr/>
        </p:nvSpPr>
        <p:spPr>
          <a:xfrm>
            <a:off x="4321011" y="7515931"/>
            <a:ext cx="2567901" cy="389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1600" dirty="0"/>
          </a:p>
        </p:txBody>
      </p:sp>
      <p:sp>
        <p:nvSpPr>
          <p:cNvPr id="235" name="Text 34">
            <a:extLst>
              <a:ext uri="{FF2B5EF4-FFF2-40B4-BE49-F238E27FC236}">
                <a16:creationId xmlns:a16="http://schemas.microsoft.com/office/drawing/2014/main" id="{A2338111-25D8-D06D-11D3-A3EDF1CA2E52}"/>
              </a:ext>
            </a:extLst>
          </p:cNvPr>
          <p:cNvSpPr/>
          <p:nvPr/>
        </p:nvSpPr>
        <p:spPr>
          <a:xfrm>
            <a:off x="4321011" y="7827192"/>
            <a:ext cx="2567901" cy="389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ko-KR" altLang="en-US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저장</a:t>
            </a:r>
            <a:endParaRPr lang="en-US" dirty="0"/>
          </a:p>
        </p:txBody>
      </p:sp>
      <p:sp>
        <p:nvSpPr>
          <p:cNvPr id="237" name="Shape 35">
            <a:extLst>
              <a:ext uri="{FF2B5EF4-FFF2-40B4-BE49-F238E27FC236}">
                <a16:creationId xmlns:a16="http://schemas.microsoft.com/office/drawing/2014/main" id="{A07C8B1B-6CAC-4D08-15F9-8A24626A092C}"/>
              </a:ext>
            </a:extLst>
          </p:cNvPr>
          <p:cNvSpPr/>
          <p:nvPr/>
        </p:nvSpPr>
        <p:spPr>
          <a:xfrm>
            <a:off x="7044543" y="7049040"/>
            <a:ext cx="2567901" cy="1478489"/>
          </a:xfrm>
          <a:prstGeom prst="rect">
            <a:avLst/>
          </a:prstGeom>
          <a:solidFill>
            <a:srgbClr val="7F77DD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239" name="Text 36">
            <a:extLst>
              <a:ext uri="{FF2B5EF4-FFF2-40B4-BE49-F238E27FC236}">
                <a16:creationId xmlns:a16="http://schemas.microsoft.com/office/drawing/2014/main" id="{8674C837-385E-9276-69A4-68FDCC769BE4}"/>
              </a:ext>
            </a:extLst>
          </p:cNvPr>
          <p:cNvSpPr/>
          <p:nvPr/>
        </p:nvSpPr>
        <p:spPr>
          <a:xfrm>
            <a:off x="7044543" y="7126856"/>
            <a:ext cx="2567901" cy="466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3.5</a:t>
            </a:r>
            <a:endParaRPr lang="en-US" sz="2000" dirty="0"/>
          </a:p>
        </p:txBody>
      </p:sp>
      <p:sp>
        <p:nvSpPr>
          <p:cNvPr id="242" name="Text 37">
            <a:extLst>
              <a:ext uri="{FF2B5EF4-FFF2-40B4-BE49-F238E27FC236}">
                <a16:creationId xmlns:a16="http://schemas.microsoft.com/office/drawing/2014/main" id="{2A56D1D3-0B53-16BC-CE5A-641608093E53}"/>
              </a:ext>
            </a:extLst>
          </p:cNvPr>
          <p:cNvSpPr/>
          <p:nvPr/>
        </p:nvSpPr>
        <p:spPr>
          <a:xfrm>
            <a:off x="7044543" y="7515931"/>
            <a:ext cx="2567901" cy="389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Sonnet API</a:t>
            </a:r>
            <a:endParaRPr lang="en-US" sz="1600" dirty="0"/>
          </a:p>
        </p:txBody>
      </p:sp>
      <p:sp>
        <p:nvSpPr>
          <p:cNvPr id="246" name="Text 38">
            <a:extLst>
              <a:ext uri="{FF2B5EF4-FFF2-40B4-BE49-F238E27FC236}">
                <a16:creationId xmlns:a16="http://schemas.microsoft.com/office/drawing/2014/main" id="{6050B62B-4BCD-4C3F-C4CD-B9BA57D80318}"/>
              </a:ext>
            </a:extLst>
          </p:cNvPr>
          <p:cNvSpPr/>
          <p:nvPr/>
        </p:nvSpPr>
        <p:spPr>
          <a:xfrm>
            <a:off x="7044543" y="7827192"/>
            <a:ext cx="2567901" cy="389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+ LLM</a:t>
            </a:r>
            <a:endParaRPr lang="en-US" sz="1600" dirty="0"/>
          </a:p>
        </p:txBody>
      </p:sp>
      <p:sp>
        <p:nvSpPr>
          <p:cNvPr id="251" name="Shape 39">
            <a:extLst>
              <a:ext uri="{FF2B5EF4-FFF2-40B4-BE49-F238E27FC236}">
                <a16:creationId xmlns:a16="http://schemas.microsoft.com/office/drawing/2014/main" id="{A54D9293-1EB1-C7C3-23AF-A043B85BD57E}"/>
              </a:ext>
            </a:extLst>
          </p:cNvPr>
          <p:cNvSpPr/>
          <p:nvPr/>
        </p:nvSpPr>
        <p:spPr>
          <a:xfrm>
            <a:off x="10312781" y="2924835"/>
            <a:ext cx="3890760" cy="3890760"/>
          </a:xfrm>
          <a:prstGeom prst="rect">
            <a:avLst/>
          </a:prstGeom>
          <a:solidFill>
            <a:srgbClr val="FCE4EC"/>
          </a:solidFill>
          <a:ln w="1905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253" name="Text 40">
            <a:extLst>
              <a:ext uri="{FF2B5EF4-FFF2-40B4-BE49-F238E27FC236}">
                <a16:creationId xmlns:a16="http://schemas.microsoft.com/office/drawing/2014/main" id="{B2530366-12EE-0CBB-D2CB-4B8A3E4991A2}"/>
              </a:ext>
            </a:extLst>
          </p:cNvPr>
          <p:cNvSpPr/>
          <p:nvPr/>
        </p:nvSpPr>
        <p:spPr>
          <a:xfrm>
            <a:off x="10312781" y="3002650"/>
            <a:ext cx="3890760" cy="5447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모바일 앱</a:t>
            </a:r>
            <a:endParaRPr lang="en-US" sz="2000" dirty="0"/>
          </a:p>
        </p:txBody>
      </p:sp>
      <p:sp>
        <p:nvSpPr>
          <p:cNvPr id="255" name="Text 41">
            <a:extLst>
              <a:ext uri="{FF2B5EF4-FFF2-40B4-BE49-F238E27FC236}">
                <a16:creationId xmlns:a16="http://schemas.microsoft.com/office/drawing/2014/main" id="{A96EA2DD-F05A-F9D6-71EC-28011A7C7B00}"/>
              </a:ext>
            </a:extLst>
          </p:cNvPr>
          <p:cNvSpPr/>
          <p:nvPr/>
        </p:nvSpPr>
        <p:spPr>
          <a:xfrm>
            <a:off x="10312781" y="3469541"/>
            <a:ext cx="3890760" cy="389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Native</a:t>
            </a:r>
            <a:endParaRPr lang="en-US" sz="2000" dirty="0"/>
          </a:p>
        </p:txBody>
      </p:sp>
      <p:sp>
        <p:nvSpPr>
          <p:cNvPr id="321" name="Shape 42">
            <a:extLst>
              <a:ext uri="{FF2B5EF4-FFF2-40B4-BE49-F238E27FC236}">
                <a16:creationId xmlns:a16="http://schemas.microsoft.com/office/drawing/2014/main" id="{FF54A21D-66A3-A12B-AFC5-FB261FD2F747}"/>
              </a:ext>
            </a:extLst>
          </p:cNvPr>
          <p:cNvSpPr/>
          <p:nvPr/>
        </p:nvSpPr>
        <p:spPr>
          <a:xfrm>
            <a:off x="10624042" y="4014248"/>
            <a:ext cx="3268238" cy="2334456"/>
          </a:xfrm>
          <a:prstGeom prst="rect">
            <a:avLst/>
          </a:prstGeom>
          <a:solidFill>
            <a:srgbClr val="FFFFFF"/>
          </a:solidFill>
          <a:ln w="635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323" name="Text 43">
            <a:extLst>
              <a:ext uri="{FF2B5EF4-FFF2-40B4-BE49-F238E27FC236}">
                <a16:creationId xmlns:a16="http://schemas.microsoft.com/office/drawing/2014/main" id="{AC6D5A51-0A5E-6898-0300-F0EE95380173}"/>
              </a:ext>
            </a:extLst>
          </p:cNvPr>
          <p:cNvSpPr/>
          <p:nvPr/>
        </p:nvSpPr>
        <p:spPr>
          <a:xfrm>
            <a:off x="10624042" y="4169878"/>
            <a:ext cx="3268238" cy="466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채팅 UI</a:t>
            </a:r>
            <a:endParaRPr lang="en-US" sz="2000" dirty="0"/>
          </a:p>
        </p:txBody>
      </p:sp>
      <p:sp>
        <p:nvSpPr>
          <p:cNvPr id="327" name="Text 44">
            <a:extLst>
              <a:ext uri="{FF2B5EF4-FFF2-40B4-BE49-F238E27FC236}">
                <a16:creationId xmlns:a16="http://schemas.microsoft.com/office/drawing/2014/main" id="{718A0056-3EF2-08D7-6252-030246ECA4ED}"/>
              </a:ext>
            </a:extLst>
          </p:cNvPr>
          <p:cNvSpPr/>
          <p:nvPr/>
        </p:nvSpPr>
        <p:spPr>
          <a:xfrm>
            <a:off x="10624042" y="4636769"/>
            <a:ext cx="3268238" cy="155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대화형 브리핑</a:t>
            </a:r>
            <a:endParaRPr lang="en-US" sz="1600" dirty="0"/>
          </a:p>
          <a:p>
            <a:pPr algn="ctr"/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인터페이스</a:t>
            </a:r>
            <a:endParaRPr lang="en-US" sz="1600" dirty="0"/>
          </a:p>
          <a:p>
            <a:pPr algn="ctr"/>
            <a:endParaRPr lang="en-US" sz="1600" dirty="0"/>
          </a:p>
          <a:p>
            <a:pPr algn="ctr"/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자연어 질의</a:t>
            </a:r>
            <a:endParaRPr lang="en-US" sz="1600" dirty="0"/>
          </a:p>
          <a:p>
            <a:pPr algn="ctr"/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요약 응답</a:t>
            </a:r>
            <a:endParaRPr lang="en-US" sz="1600" dirty="0"/>
          </a:p>
        </p:txBody>
      </p:sp>
      <p:sp>
        <p:nvSpPr>
          <p:cNvPr id="331" name="Shape 45">
            <a:extLst>
              <a:ext uri="{FF2B5EF4-FFF2-40B4-BE49-F238E27FC236}">
                <a16:creationId xmlns:a16="http://schemas.microsoft.com/office/drawing/2014/main" id="{5CB9E3CE-07C6-5A43-4E73-51B19FEFB532}"/>
              </a:ext>
            </a:extLst>
          </p:cNvPr>
          <p:cNvSpPr/>
          <p:nvPr/>
        </p:nvSpPr>
        <p:spPr>
          <a:xfrm>
            <a:off x="11635640" y="7126856"/>
            <a:ext cx="1245043" cy="1245043"/>
          </a:xfrm>
          <a:prstGeom prst="ellipse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335" name="Text 46">
            <a:extLst>
              <a:ext uri="{FF2B5EF4-FFF2-40B4-BE49-F238E27FC236}">
                <a16:creationId xmlns:a16="http://schemas.microsoft.com/office/drawing/2014/main" id="{6FA7F3A8-A6EE-D56D-0F06-D1FB41B64A8B}"/>
              </a:ext>
            </a:extLst>
          </p:cNvPr>
          <p:cNvSpPr/>
          <p:nvPr/>
        </p:nvSpPr>
        <p:spPr>
          <a:xfrm>
            <a:off x="11635640" y="7360301"/>
            <a:ext cx="1245043" cy="778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800" dirty="0">
                <a:solidFill>
                  <a:srgbClr val="000000"/>
                </a:solidFill>
              </a:rPr>
              <a:t>👤</a:t>
            </a:r>
            <a:endParaRPr lang="en-US" sz="2800" dirty="0"/>
          </a:p>
        </p:txBody>
      </p:sp>
      <p:sp>
        <p:nvSpPr>
          <p:cNvPr id="339" name="Shape 50">
            <a:extLst>
              <a:ext uri="{FF2B5EF4-FFF2-40B4-BE49-F238E27FC236}">
                <a16:creationId xmlns:a16="http://schemas.microsoft.com/office/drawing/2014/main" id="{C106F281-6018-C4AF-0F70-A5116914046F}"/>
              </a:ext>
            </a:extLst>
          </p:cNvPr>
          <p:cNvSpPr/>
          <p:nvPr/>
        </p:nvSpPr>
        <p:spPr>
          <a:xfrm>
            <a:off x="9690260" y="4768751"/>
            <a:ext cx="700337" cy="389076"/>
          </a:xfrm>
          <a:prstGeom prst="leftRightArrow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343" name="Text 51">
            <a:extLst>
              <a:ext uri="{FF2B5EF4-FFF2-40B4-BE49-F238E27FC236}">
                <a16:creationId xmlns:a16="http://schemas.microsoft.com/office/drawing/2014/main" id="{000CACA6-0922-8C2E-205E-D02E298EFB7C}"/>
              </a:ext>
            </a:extLst>
          </p:cNvPr>
          <p:cNvSpPr/>
          <p:nvPr/>
        </p:nvSpPr>
        <p:spPr>
          <a:xfrm>
            <a:off x="9612444" y="5179575"/>
            <a:ext cx="855967" cy="311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Proxy</a:t>
            </a:r>
            <a:endParaRPr lang="en-US" sz="1200" dirty="0"/>
          </a:p>
        </p:txBody>
      </p:sp>
      <p:sp>
        <p:nvSpPr>
          <p:cNvPr id="347" name="Shape 52">
            <a:extLst>
              <a:ext uri="{FF2B5EF4-FFF2-40B4-BE49-F238E27FC236}">
                <a16:creationId xmlns:a16="http://schemas.microsoft.com/office/drawing/2014/main" id="{5482936C-AFB4-E8A6-F5E1-435536BAE4AC}"/>
              </a:ext>
            </a:extLst>
          </p:cNvPr>
          <p:cNvSpPr/>
          <p:nvPr/>
        </p:nvSpPr>
        <p:spPr>
          <a:xfrm>
            <a:off x="6791644" y="4909123"/>
            <a:ext cx="311261" cy="233446"/>
          </a:xfrm>
          <a:prstGeom prst="leftRightArrow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350" name="Text 53">
            <a:extLst>
              <a:ext uri="{FF2B5EF4-FFF2-40B4-BE49-F238E27FC236}">
                <a16:creationId xmlns:a16="http://schemas.microsoft.com/office/drawing/2014/main" id="{536DED30-4B14-BF94-D773-123FC4F3FB1A}"/>
              </a:ext>
            </a:extLst>
          </p:cNvPr>
          <p:cNvSpPr/>
          <p:nvPr/>
        </p:nvSpPr>
        <p:spPr>
          <a:xfrm>
            <a:off x="5254793" y="6426519"/>
            <a:ext cx="622522" cy="6225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↕</a:t>
            </a:r>
            <a:endParaRPr lang="en-US" sz="2000" dirty="0"/>
          </a:p>
        </p:txBody>
      </p:sp>
      <p:sp>
        <p:nvSpPr>
          <p:cNvPr id="352" name="Text 54">
            <a:extLst>
              <a:ext uri="{FF2B5EF4-FFF2-40B4-BE49-F238E27FC236}">
                <a16:creationId xmlns:a16="http://schemas.microsoft.com/office/drawing/2014/main" id="{295C8B19-B91D-E5F1-18BC-4FD392F02158}"/>
              </a:ext>
            </a:extLst>
          </p:cNvPr>
          <p:cNvSpPr/>
          <p:nvPr/>
        </p:nvSpPr>
        <p:spPr>
          <a:xfrm>
            <a:off x="5643869" y="6582149"/>
            <a:ext cx="622522" cy="311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900" dirty="0"/>
          </a:p>
        </p:txBody>
      </p:sp>
      <p:sp>
        <p:nvSpPr>
          <p:cNvPr id="354" name="Text 55">
            <a:extLst>
              <a:ext uri="{FF2B5EF4-FFF2-40B4-BE49-F238E27FC236}">
                <a16:creationId xmlns:a16="http://schemas.microsoft.com/office/drawing/2014/main" id="{CCA41AC3-7703-7BAD-7E0B-A5BA0B866A39}"/>
              </a:ext>
            </a:extLst>
          </p:cNvPr>
          <p:cNvSpPr/>
          <p:nvPr/>
        </p:nvSpPr>
        <p:spPr>
          <a:xfrm>
            <a:off x="7978325" y="6426519"/>
            <a:ext cx="622522" cy="6225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dirty="0">
                <a:solidFill>
                  <a:srgbClr val="7F7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↕</a:t>
            </a:r>
            <a:endParaRPr lang="en-US" sz="2000" dirty="0"/>
          </a:p>
        </p:txBody>
      </p:sp>
      <p:sp>
        <p:nvSpPr>
          <p:cNvPr id="356" name="Text 56">
            <a:extLst>
              <a:ext uri="{FF2B5EF4-FFF2-40B4-BE49-F238E27FC236}">
                <a16:creationId xmlns:a16="http://schemas.microsoft.com/office/drawing/2014/main" id="{2A65CB0A-292B-9B76-DABE-B7D79EA8C242}"/>
              </a:ext>
            </a:extLst>
          </p:cNvPr>
          <p:cNvSpPr/>
          <p:nvPr/>
        </p:nvSpPr>
        <p:spPr>
          <a:xfrm>
            <a:off x="8367401" y="6582149"/>
            <a:ext cx="622522" cy="311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834521574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09B77-C06B-83B6-6A5F-75E2C0452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">
            <a:extLst>
              <a:ext uri="{FF2B5EF4-FFF2-40B4-BE49-F238E27FC236}">
                <a16:creationId xmlns:a16="http://schemas.microsoft.com/office/drawing/2014/main" id="{9831DC87-D9C2-A7D4-2A88-3645723864FB}"/>
              </a:ext>
            </a:extLst>
          </p:cNvPr>
          <p:cNvSpPr/>
          <p:nvPr/>
        </p:nvSpPr>
        <p:spPr>
          <a:xfrm>
            <a:off x="0" y="0"/>
            <a:ext cx="20104100" cy="638810"/>
          </a:xfrm>
          <a:custGeom>
            <a:avLst/>
            <a:gdLst/>
            <a:ahLst/>
            <a:cxnLst/>
            <a:rect l="l" t="t" r="r" b="b"/>
            <a:pathLst>
              <a:path w="20104100" h="638810" extrusionOk="0">
                <a:moveTo>
                  <a:pt x="20104100" y="0"/>
                </a:moveTo>
                <a:lnTo>
                  <a:pt x="0" y="0"/>
                </a:lnTo>
                <a:lnTo>
                  <a:pt x="0" y="638757"/>
                </a:lnTo>
                <a:lnTo>
                  <a:pt x="20104100" y="638757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3" name="Google Shape;243;p11">
            <a:extLst>
              <a:ext uri="{FF2B5EF4-FFF2-40B4-BE49-F238E27FC236}">
                <a16:creationId xmlns:a16="http://schemas.microsoft.com/office/drawing/2014/main" id="{C3297F9E-7D6F-A765-9C0F-E883757907EC}"/>
              </a:ext>
            </a:extLst>
          </p:cNvPr>
          <p:cNvSpPr/>
          <p:nvPr/>
        </p:nvSpPr>
        <p:spPr>
          <a:xfrm flipV="1">
            <a:off x="3788697" y="2398026"/>
            <a:ext cx="12727483" cy="45719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5" name="Google Shape;245;p11">
            <a:extLst>
              <a:ext uri="{FF2B5EF4-FFF2-40B4-BE49-F238E27FC236}">
                <a16:creationId xmlns:a16="http://schemas.microsoft.com/office/drawing/2014/main" id="{7EAA5F1A-B4EE-917D-098B-14C7A67E8BEF}"/>
              </a:ext>
            </a:extLst>
          </p:cNvPr>
          <p:cNvSpPr/>
          <p:nvPr/>
        </p:nvSpPr>
        <p:spPr>
          <a:xfrm>
            <a:off x="3788698" y="10263851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grpSp>
        <p:nvGrpSpPr>
          <p:cNvPr id="247" name="Google Shape;247;p11">
            <a:extLst>
              <a:ext uri="{FF2B5EF4-FFF2-40B4-BE49-F238E27FC236}">
                <a16:creationId xmlns:a16="http://schemas.microsoft.com/office/drawing/2014/main" id="{E6133EAD-3303-239B-BCB6-1E2DC96600D1}"/>
              </a:ext>
            </a:extLst>
          </p:cNvPr>
          <p:cNvGrpSpPr/>
          <p:nvPr/>
        </p:nvGrpSpPr>
        <p:grpSpPr>
          <a:xfrm>
            <a:off x="0" y="11183232"/>
            <a:ext cx="20104644" cy="125730"/>
            <a:chOff x="0" y="11183232"/>
            <a:chExt cx="20104644" cy="125730"/>
          </a:xfrm>
        </p:grpSpPr>
        <p:sp>
          <p:nvSpPr>
            <p:cNvPr id="248" name="Google Shape;248;p11">
              <a:extLst>
                <a:ext uri="{FF2B5EF4-FFF2-40B4-BE49-F238E27FC236}">
                  <a16:creationId xmlns:a16="http://schemas.microsoft.com/office/drawing/2014/main" id="{1EF6199A-38C1-168C-7F9D-C94CEEAB0AE4}"/>
                </a:ext>
              </a:extLst>
            </p:cNvPr>
            <p:cNvSpPr/>
            <p:nvPr/>
          </p:nvSpPr>
          <p:spPr>
            <a:xfrm>
              <a:off x="0" y="11183232"/>
              <a:ext cx="15770225" cy="125730"/>
            </a:xfrm>
            <a:custGeom>
              <a:avLst/>
              <a:gdLst/>
              <a:ahLst/>
              <a:cxnLst/>
              <a:rect l="l" t="t" r="r" b="b"/>
              <a:pathLst>
                <a:path w="15770225" h="125729" extrusionOk="0">
                  <a:moveTo>
                    <a:pt x="0" y="125323"/>
                  </a:moveTo>
                  <a:lnTo>
                    <a:pt x="15770133" y="125323"/>
                  </a:lnTo>
                  <a:lnTo>
                    <a:pt x="15770133" y="0"/>
                  </a:lnTo>
                  <a:lnTo>
                    <a:pt x="0" y="0"/>
                  </a:lnTo>
                  <a:lnTo>
                    <a:pt x="0" y="125323"/>
                  </a:lnTo>
                  <a:close/>
                </a:path>
              </a:pathLst>
            </a:custGeom>
            <a:solidFill>
              <a:srgbClr val="202E5E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  <p:sp>
          <p:nvSpPr>
            <p:cNvPr id="249" name="Google Shape;249;p11">
              <a:extLst>
                <a:ext uri="{FF2B5EF4-FFF2-40B4-BE49-F238E27FC236}">
                  <a16:creationId xmlns:a16="http://schemas.microsoft.com/office/drawing/2014/main" id="{23B3A24A-3D6F-B37F-F494-F3E65270FC86}"/>
                </a:ext>
              </a:extLst>
            </p:cNvPr>
            <p:cNvSpPr/>
            <p:nvPr/>
          </p:nvSpPr>
          <p:spPr>
            <a:xfrm>
              <a:off x="15770133" y="11183609"/>
              <a:ext cx="4334510" cy="125095"/>
            </a:xfrm>
            <a:custGeom>
              <a:avLst/>
              <a:gdLst/>
              <a:ahLst/>
              <a:cxnLst/>
              <a:rect l="l" t="t" r="r" b="b"/>
              <a:pathLst>
                <a:path w="4334509" h="125095" extrusionOk="0">
                  <a:moveTo>
                    <a:pt x="0" y="124946"/>
                  </a:moveTo>
                  <a:lnTo>
                    <a:pt x="0" y="0"/>
                  </a:lnTo>
                  <a:lnTo>
                    <a:pt x="4333965" y="0"/>
                  </a:lnTo>
                  <a:lnTo>
                    <a:pt x="4333965" y="124946"/>
                  </a:lnTo>
                  <a:lnTo>
                    <a:pt x="0" y="124946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</p:grpSp>
      <p:sp>
        <p:nvSpPr>
          <p:cNvPr id="15" name="Google Shape;250;p11">
            <a:extLst>
              <a:ext uri="{FF2B5EF4-FFF2-40B4-BE49-F238E27FC236}">
                <a16:creationId xmlns:a16="http://schemas.microsoft.com/office/drawing/2014/main" id="{2DD21907-2897-FC65-6B0C-2ABE4579E443}"/>
              </a:ext>
            </a:extLst>
          </p:cNvPr>
          <p:cNvSpPr txBox="1"/>
          <p:nvPr/>
        </p:nvSpPr>
        <p:spPr>
          <a:xfrm>
            <a:off x="3788697" y="1332639"/>
            <a:ext cx="13812747" cy="830956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r>
              <a:rPr lang="en-US" altLang="ko-KR" sz="4800" b="1" dirty="0">
                <a:solidFill>
                  <a:srgbClr val="1F2D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Main API Server</a:t>
            </a:r>
            <a:endParaRPr lang="en-US" altLang="ko-KR" sz="4800" b="1" dirty="0"/>
          </a:p>
        </p:txBody>
      </p:sp>
      <p:sp>
        <p:nvSpPr>
          <p:cNvPr id="288" name="Text 7">
            <a:extLst>
              <a:ext uri="{FF2B5EF4-FFF2-40B4-BE49-F238E27FC236}">
                <a16:creationId xmlns:a16="http://schemas.microsoft.com/office/drawing/2014/main" id="{70A3BD2E-C7DF-F5C4-F44A-1DDD0C2C27B4}"/>
              </a:ext>
            </a:extLst>
          </p:cNvPr>
          <p:cNvSpPr/>
          <p:nvPr/>
        </p:nvSpPr>
        <p:spPr>
          <a:xfrm>
            <a:off x="5027942" y="3322272"/>
            <a:ext cx="10354934" cy="5995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ko-KR" altLang="en-US" sz="1600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F2C2DAB-CDD9-C272-EF78-F539B19CE69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 dirty="0"/>
          </a:p>
        </p:txBody>
      </p:sp>
      <p:pic>
        <p:nvPicPr>
          <p:cNvPr id="6" name="Google Shape;246;p11">
            <a:extLst>
              <a:ext uri="{FF2B5EF4-FFF2-40B4-BE49-F238E27FC236}">
                <a16:creationId xmlns:a16="http://schemas.microsoft.com/office/drawing/2014/main" id="{341E1B89-3FEB-313E-1017-5473A4291745}"/>
              </a:ext>
            </a:extLst>
          </p:cNvPr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16544767" y="10517438"/>
            <a:ext cx="2113354" cy="29679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242;p11">
            <a:extLst>
              <a:ext uri="{FF2B5EF4-FFF2-40B4-BE49-F238E27FC236}">
                <a16:creationId xmlns:a16="http://schemas.microsoft.com/office/drawing/2014/main" id="{616FAC13-5E11-C155-FA3D-EF1BF0DE6EE8}"/>
              </a:ext>
            </a:extLst>
          </p:cNvPr>
          <p:cNvSpPr/>
          <p:nvPr/>
        </p:nvSpPr>
        <p:spPr>
          <a:xfrm>
            <a:off x="970895" y="1072291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17" name="Google Shape;244;p11">
            <a:extLst>
              <a:ext uri="{FF2B5EF4-FFF2-40B4-BE49-F238E27FC236}">
                <a16:creationId xmlns:a16="http://schemas.microsoft.com/office/drawing/2014/main" id="{97797B1F-DB1F-598D-6686-66827A9AD5D3}"/>
              </a:ext>
            </a:extLst>
          </p:cNvPr>
          <p:cNvSpPr/>
          <p:nvPr/>
        </p:nvSpPr>
        <p:spPr>
          <a:xfrm>
            <a:off x="970895" y="2831510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19" name="Google Shape;250;p11">
            <a:extLst>
              <a:ext uri="{FF2B5EF4-FFF2-40B4-BE49-F238E27FC236}">
                <a16:creationId xmlns:a16="http://schemas.microsoft.com/office/drawing/2014/main" id="{044D0370-84A0-5A05-727A-92C8C2F19465}"/>
              </a:ext>
            </a:extLst>
          </p:cNvPr>
          <p:cNvSpPr txBox="1"/>
          <p:nvPr/>
        </p:nvSpPr>
        <p:spPr>
          <a:xfrm>
            <a:off x="970895" y="1382405"/>
            <a:ext cx="1823084" cy="1015622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60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B2</a:t>
            </a:r>
            <a:endParaRPr sz="6000" b="1" dirty="0">
              <a:solidFill>
                <a:srgbClr val="202E5E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KoPubWorld바탕체 Medium"/>
              <a:sym typeface="NanumGothic ExtraBold"/>
            </a:endParaRPr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78BECBC2-C34C-D269-2D4E-71E5E754B264}"/>
              </a:ext>
            </a:extLst>
          </p:cNvPr>
          <p:cNvSpPr/>
          <p:nvPr/>
        </p:nvSpPr>
        <p:spPr>
          <a:xfrm>
            <a:off x="964997" y="2814971"/>
            <a:ext cx="1809369" cy="0"/>
          </a:xfrm>
          <a:prstGeom prst="line">
            <a:avLst/>
          </a:prstGeom>
          <a:noFill/>
          <a:ln w="9525">
            <a:solidFill>
              <a:srgbClr val="1F2D5C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DA71C8A1-3F3A-64A1-1F62-C6EBEDE1FACF}"/>
              </a:ext>
            </a:extLst>
          </p:cNvPr>
          <p:cNvSpPr txBox="1"/>
          <p:nvPr/>
        </p:nvSpPr>
        <p:spPr>
          <a:xfrm>
            <a:off x="3880091" y="2493305"/>
            <a:ext cx="13871829" cy="6031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2638" b="1" i="1" dirty="0">
                <a:solidFill>
                  <a:srgbClr val="0B5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외부에서 들어오는 요청을 처리하는 서버</a:t>
            </a:r>
            <a:endParaRPr lang="en-US" sz="2638" b="1" dirty="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91A08238-C6D4-D629-EDCC-53364621CCA5}"/>
              </a:ext>
            </a:extLst>
          </p:cNvPr>
          <p:cNvSpPr/>
          <p:nvPr/>
        </p:nvSpPr>
        <p:spPr>
          <a:xfrm>
            <a:off x="3779571" y="10253488"/>
            <a:ext cx="13952245" cy="0"/>
          </a:xfrm>
          <a:prstGeom prst="line">
            <a:avLst/>
          </a:prstGeom>
          <a:noFill/>
          <a:ln w="9525">
            <a:solidFill>
              <a:srgbClr val="1F2D5C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B14E6AC-A693-E859-FFDE-367F489EA93A}"/>
              </a:ext>
            </a:extLst>
          </p:cNvPr>
          <p:cNvSpPr txBox="1"/>
          <p:nvPr/>
        </p:nvSpPr>
        <p:spPr>
          <a:xfrm>
            <a:off x="1005205" y="3377886"/>
            <a:ext cx="18093690" cy="562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528" b="1" dirty="0">
                <a:solidFill>
                  <a:srgbClr val="0B5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Node.js + Express</a:t>
            </a:r>
            <a:r>
              <a:rPr lang="en-US" sz="2528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 만든 </a:t>
            </a:r>
            <a:r>
              <a:rPr lang="en-US" sz="2528" b="1" dirty="0">
                <a:solidFill>
                  <a:srgbClr val="0B5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REST API</a:t>
            </a:r>
            <a:r>
              <a:rPr lang="en-US" sz="2528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—  URL(주소)마다 기능을 나눠 요청을 받는 방식</a:t>
            </a:r>
            <a:endParaRPr lang="en-US" sz="2528" dirty="0"/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44EF114E-0E92-66C2-19CB-8A6491452FE6}"/>
              </a:ext>
            </a:extLst>
          </p:cNvPr>
          <p:cNvSpPr/>
          <p:nvPr/>
        </p:nvSpPr>
        <p:spPr>
          <a:xfrm>
            <a:off x="1005205" y="4875991"/>
            <a:ext cx="8845804" cy="1648536"/>
          </a:xfrm>
          <a:prstGeom prst="roundRect">
            <a:avLst>
              <a:gd name="adj" fmla="val 9756"/>
            </a:avLst>
          </a:prstGeom>
          <a:solidFill>
            <a:srgbClr val="E6F0F4"/>
          </a:solidFill>
          <a:ln w="12700">
            <a:solidFill>
              <a:srgbClr val="E6F0F4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21" name="Shape 13">
            <a:extLst>
              <a:ext uri="{FF2B5EF4-FFF2-40B4-BE49-F238E27FC236}">
                <a16:creationId xmlns:a16="http://schemas.microsoft.com/office/drawing/2014/main" id="{782CDEA7-63EE-2BE1-8898-AD7EA52AC1E4}"/>
              </a:ext>
            </a:extLst>
          </p:cNvPr>
          <p:cNvSpPr/>
          <p:nvPr/>
        </p:nvSpPr>
        <p:spPr>
          <a:xfrm>
            <a:off x="1246454" y="5278073"/>
            <a:ext cx="3719259" cy="844372"/>
          </a:xfrm>
          <a:prstGeom prst="roundRect">
            <a:avLst>
              <a:gd name="adj" fmla="val 19048"/>
            </a:avLst>
          </a:prstGeom>
          <a:solidFill>
            <a:srgbClr val="0B5A7A"/>
          </a:solidFill>
          <a:ln w="12700">
            <a:solidFill>
              <a:srgbClr val="0B5A7A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23" name="Text 14">
            <a:extLst>
              <a:ext uri="{FF2B5EF4-FFF2-40B4-BE49-F238E27FC236}">
                <a16:creationId xmlns:a16="http://schemas.microsoft.com/office/drawing/2014/main" id="{DB6355F1-3F12-7A31-558F-D1DB43BBCAEC}"/>
              </a:ext>
            </a:extLst>
          </p:cNvPr>
          <p:cNvSpPr txBox="1"/>
          <p:nvPr/>
        </p:nvSpPr>
        <p:spPr>
          <a:xfrm>
            <a:off x="1246454" y="5278073"/>
            <a:ext cx="3719259" cy="844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309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/api/events</a:t>
            </a:r>
            <a:endParaRPr lang="en-US" sz="2309" dirty="0"/>
          </a:p>
        </p:txBody>
      </p:sp>
      <p:sp>
        <p:nvSpPr>
          <p:cNvPr id="25" name="Text 15">
            <a:extLst>
              <a:ext uri="{FF2B5EF4-FFF2-40B4-BE49-F238E27FC236}">
                <a16:creationId xmlns:a16="http://schemas.microsoft.com/office/drawing/2014/main" id="{0521C9BD-51C0-62E8-03DE-8CD2139C3AE3}"/>
              </a:ext>
            </a:extLst>
          </p:cNvPr>
          <p:cNvSpPr txBox="1"/>
          <p:nvPr/>
        </p:nvSpPr>
        <p:spPr>
          <a:xfrm>
            <a:off x="5227066" y="5036823"/>
            <a:ext cx="4463110" cy="1326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89" dirty="0" err="1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라즈베리파이에서</a:t>
            </a:r>
            <a:r>
              <a:rPr lang="ko-KR" altLang="en-US" sz="2089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발생한 이벤트 정보를 받아 저장하고</a:t>
            </a:r>
            <a:r>
              <a:rPr lang="en-US" altLang="ko-KR" sz="2089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</a:t>
            </a:r>
            <a:r>
              <a:rPr lang="ko-KR" altLang="en-US" sz="2089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필요할 때 조회</a:t>
            </a:r>
            <a:endParaRPr lang="en-US" sz="2089" dirty="0"/>
          </a:p>
        </p:txBody>
      </p:sp>
      <p:sp>
        <p:nvSpPr>
          <p:cNvPr id="27" name="Shape 16">
            <a:extLst>
              <a:ext uri="{FF2B5EF4-FFF2-40B4-BE49-F238E27FC236}">
                <a16:creationId xmlns:a16="http://schemas.microsoft.com/office/drawing/2014/main" id="{89F76EFA-8989-8BEA-17F1-DFF927788F56}"/>
              </a:ext>
            </a:extLst>
          </p:cNvPr>
          <p:cNvSpPr/>
          <p:nvPr/>
        </p:nvSpPr>
        <p:spPr>
          <a:xfrm>
            <a:off x="10152571" y="4875991"/>
            <a:ext cx="8845804" cy="1648536"/>
          </a:xfrm>
          <a:prstGeom prst="roundRect">
            <a:avLst>
              <a:gd name="adj" fmla="val 9756"/>
            </a:avLst>
          </a:prstGeom>
          <a:solidFill>
            <a:srgbClr val="E6F0F4"/>
          </a:solidFill>
          <a:ln w="12700">
            <a:solidFill>
              <a:srgbClr val="E6F0F4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29" name="Shape 17">
            <a:extLst>
              <a:ext uri="{FF2B5EF4-FFF2-40B4-BE49-F238E27FC236}">
                <a16:creationId xmlns:a16="http://schemas.microsoft.com/office/drawing/2014/main" id="{71747E8D-887D-6674-3EC4-A07094EC48CC}"/>
              </a:ext>
            </a:extLst>
          </p:cNvPr>
          <p:cNvSpPr/>
          <p:nvPr/>
        </p:nvSpPr>
        <p:spPr>
          <a:xfrm>
            <a:off x="10393819" y="5278073"/>
            <a:ext cx="3719259" cy="844372"/>
          </a:xfrm>
          <a:prstGeom prst="roundRect">
            <a:avLst>
              <a:gd name="adj" fmla="val 19048"/>
            </a:avLst>
          </a:prstGeom>
          <a:solidFill>
            <a:srgbClr val="0B5A7A"/>
          </a:solidFill>
          <a:ln w="12700">
            <a:solidFill>
              <a:srgbClr val="0B5A7A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31" name="Text 18">
            <a:extLst>
              <a:ext uri="{FF2B5EF4-FFF2-40B4-BE49-F238E27FC236}">
                <a16:creationId xmlns:a16="http://schemas.microsoft.com/office/drawing/2014/main" id="{644947E9-340E-25C9-43F8-FC2F7F4C8CA8}"/>
              </a:ext>
            </a:extLst>
          </p:cNvPr>
          <p:cNvSpPr txBox="1"/>
          <p:nvPr/>
        </p:nvSpPr>
        <p:spPr>
          <a:xfrm>
            <a:off x="10393819" y="5278073"/>
            <a:ext cx="3719259" cy="844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309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/api/chat</a:t>
            </a:r>
            <a:endParaRPr lang="en-US" sz="2309" dirty="0"/>
          </a:p>
        </p:txBody>
      </p:sp>
      <p:sp>
        <p:nvSpPr>
          <p:cNvPr id="225" name="Text 19">
            <a:extLst>
              <a:ext uri="{FF2B5EF4-FFF2-40B4-BE49-F238E27FC236}">
                <a16:creationId xmlns:a16="http://schemas.microsoft.com/office/drawing/2014/main" id="{13693F69-D11F-3FE7-E7B5-09D103559C05}"/>
              </a:ext>
            </a:extLst>
          </p:cNvPr>
          <p:cNvSpPr txBox="1"/>
          <p:nvPr/>
        </p:nvSpPr>
        <p:spPr>
          <a:xfrm>
            <a:off x="14374432" y="5036823"/>
            <a:ext cx="4463110" cy="1326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89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보호자가 “오늘 누가 왔어</a:t>
            </a:r>
            <a:r>
              <a:rPr lang="en-US" altLang="ko-KR" sz="2089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?”</a:t>
            </a:r>
            <a:r>
              <a:rPr lang="ko-KR" altLang="en-US" sz="2089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와 같은 질문을 보내면 </a:t>
            </a:r>
            <a:r>
              <a:rPr lang="en-US" altLang="ko-KR" sz="2089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</a:t>
            </a:r>
            <a:r>
              <a:rPr lang="ko-KR" altLang="en-US" sz="2089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답변</a:t>
            </a:r>
            <a:endParaRPr lang="en-US" altLang="ko-KR" sz="2089" dirty="0">
              <a:solidFill>
                <a:srgbClr val="1F2A3A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89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브리핑도 생성</a:t>
            </a:r>
            <a:endParaRPr lang="en-US" sz="2089" dirty="0"/>
          </a:p>
        </p:txBody>
      </p:sp>
      <p:sp>
        <p:nvSpPr>
          <p:cNvPr id="227" name="Shape 20">
            <a:extLst>
              <a:ext uri="{FF2B5EF4-FFF2-40B4-BE49-F238E27FC236}">
                <a16:creationId xmlns:a16="http://schemas.microsoft.com/office/drawing/2014/main" id="{AC3E53D4-A0E3-5749-0308-E59ED6C0898A}"/>
              </a:ext>
            </a:extLst>
          </p:cNvPr>
          <p:cNvSpPr/>
          <p:nvPr/>
        </p:nvSpPr>
        <p:spPr>
          <a:xfrm>
            <a:off x="1005205" y="6785880"/>
            <a:ext cx="8845804" cy="1648536"/>
          </a:xfrm>
          <a:prstGeom prst="roundRect">
            <a:avLst>
              <a:gd name="adj" fmla="val 9756"/>
            </a:avLst>
          </a:prstGeom>
          <a:solidFill>
            <a:srgbClr val="E6F0F4"/>
          </a:solidFill>
          <a:ln w="12700">
            <a:solidFill>
              <a:srgbClr val="E6F0F4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229" name="Shape 21">
            <a:extLst>
              <a:ext uri="{FF2B5EF4-FFF2-40B4-BE49-F238E27FC236}">
                <a16:creationId xmlns:a16="http://schemas.microsoft.com/office/drawing/2014/main" id="{3F17DF7E-6B14-BEB0-9B7B-3BB5CF23AEFD}"/>
              </a:ext>
            </a:extLst>
          </p:cNvPr>
          <p:cNvSpPr/>
          <p:nvPr/>
        </p:nvSpPr>
        <p:spPr>
          <a:xfrm>
            <a:off x="1246454" y="7187962"/>
            <a:ext cx="3719259" cy="844372"/>
          </a:xfrm>
          <a:prstGeom prst="roundRect">
            <a:avLst>
              <a:gd name="adj" fmla="val 19048"/>
            </a:avLst>
          </a:prstGeom>
          <a:solidFill>
            <a:srgbClr val="0B5A7A"/>
          </a:solidFill>
          <a:ln w="12700">
            <a:solidFill>
              <a:srgbClr val="0B5A7A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231" name="Text 22">
            <a:extLst>
              <a:ext uri="{FF2B5EF4-FFF2-40B4-BE49-F238E27FC236}">
                <a16:creationId xmlns:a16="http://schemas.microsoft.com/office/drawing/2014/main" id="{EF2AD521-623B-72D7-C145-38548F2411AD}"/>
              </a:ext>
            </a:extLst>
          </p:cNvPr>
          <p:cNvSpPr txBox="1"/>
          <p:nvPr/>
        </p:nvSpPr>
        <p:spPr>
          <a:xfrm>
            <a:off x="1246454" y="7187962"/>
            <a:ext cx="3719259" cy="844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309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/api/devices</a:t>
            </a:r>
            <a:endParaRPr lang="en-US" sz="2309" dirty="0"/>
          </a:p>
        </p:txBody>
      </p:sp>
      <p:sp>
        <p:nvSpPr>
          <p:cNvPr id="233" name="Text 23">
            <a:extLst>
              <a:ext uri="{FF2B5EF4-FFF2-40B4-BE49-F238E27FC236}">
                <a16:creationId xmlns:a16="http://schemas.microsoft.com/office/drawing/2014/main" id="{419A738D-3D56-AC73-1ED9-2CCBF0ED10E4}"/>
              </a:ext>
            </a:extLst>
          </p:cNvPr>
          <p:cNvSpPr txBox="1"/>
          <p:nvPr/>
        </p:nvSpPr>
        <p:spPr>
          <a:xfrm>
            <a:off x="5227066" y="6946713"/>
            <a:ext cx="4463110" cy="1326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89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카메라</a:t>
            </a:r>
            <a:r>
              <a:rPr lang="en-US" altLang="ko-KR" sz="2089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</a:t>
            </a:r>
            <a:r>
              <a:rPr lang="ko-KR" altLang="en-US" sz="2089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마이크의 현재 상태를 확인</a:t>
            </a:r>
            <a:endParaRPr lang="en-US" altLang="ko-KR" sz="2089" dirty="0">
              <a:solidFill>
                <a:srgbClr val="1F2A3A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89" dirty="0">
              <a:solidFill>
                <a:srgbClr val="1F2A3A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89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사용자가 앱에서 촬영 화면을 볼 수 있도록 관리</a:t>
            </a:r>
            <a:endParaRPr lang="en-US" sz="2089" dirty="0"/>
          </a:p>
        </p:txBody>
      </p:sp>
      <p:sp>
        <p:nvSpPr>
          <p:cNvPr id="235" name="Shape 24">
            <a:extLst>
              <a:ext uri="{FF2B5EF4-FFF2-40B4-BE49-F238E27FC236}">
                <a16:creationId xmlns:a16="http://schemas.microsoft.com/office/drawing/2014/main" id="{513FF53B-8C9F-7949-EC47-5532762B5913}"/>
              </a:ext>
            </a:extLst>
          </p:cNvPr>
          <p:cNvSpPr/>
          <p:nvPr/>
        </p:nvSpPr>
        <p:spPr>
          <a:xfrm>
            <a:off x="10152571" y="6785880"/>
            <a:ext cx="8845804" cy="1648536"/>
          </a:xfrm>
          <a:prstGeom prst="roundRect">
            <a:avLst>
              <a:gd name="adj" fmla="val 9756"/>
            </a:avLst>
          </a:prstGeom>
          <a:solidFill>
            <a:srgbClr val="E6F0F4"/>
          </a:solidFill>
          <a:ln w="12700">
            <a:solidFill>
              <a:srgbClr val="E6F0F4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237" name="Shape 25">
            <a:extLst>
              <a:ext uri="{FF2B5EF4-FFF2-40B4-BE49-F238E27FC236}">
                <a16:creationId xmlns:a16="http://schemas.microsoft.com/office/drawing/2014/main" id="{CB474D81-92F5-337F-DF76-E582E972C8B2}"/>
              </a:ext>
            </a:extLst>
          </p:cNvPr>
          <p:cNvSpPr/>
          <p:nvPr/>
        </p:nvSpPr>
        <p:spPr>
          <a:xfrm>
            <a:off x="10393819" y="7187962"/>
            <a:ext cx="3719259" cy="844372"/>
          </a:xfrm>
          <a:prstGeom prst="roundRect">
            <a:avLst>
              <a:gd name="adj" fmla="val 19048"/>
            </a:avLst>
          </a:prstGeom>
          <a:solidFill>
            <a:srgbClr val="0B5A7A"/>
          </a:solidFill>
          <a:ln w="12700">
            <a:solidFill>
              <a:srgbClr val="0B5A7A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239" name="Text 26">
            <a:extLst>
              <a:ext uri="{FF2B5EF4-FFF2-40B4-BE49-F238E27FC236}">
                <a16:creationId xmlns:a16="http://schemas.microsoft.com/office/drawing/2014/main" id="{08CE6610-FAF7-7E84-2592-50E0D32C6645}"/>
              </a:ext>
            </a:extLst>
          </p:cNvPr>
          <p:cNvSpPr txBox="1"/>
          <p:nvPr/>
        </p:nvSpPr>
        <p:spPr>
          <a:xfrm>
            <a:off x="10393819" y="7187962"/>
            <a:ext cx="3719259" cy="844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309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/api/notifications</a:t>
            </a:r>
            <a:endParaRPr lang="en-US" sz="2309" dirty="0"/>
          </a:p>
        </p:txBody>
      </p:sp>
      <p:sp>
        <p:nvSpPr>
          <p:cNvPr id="242" name="Text 27">
            <a:extLst>
              <a:ext uri="{FF2B5EF4-FFF2-40B4-BE49-F238E27FC236}">
                <a16:creationId xmlns:a16="http://schemas.microsoft.com/office/drawing/2014/main" id="{6A1ED745-2064-F2C6-2655-81D15919688A}"/>
              </a:ext>
            </a:extLst>
          </p:cNvPr>
          <p:cNvSpPr txBox="1"/>
          <p:nvPr/>
        </p:nvSpPr>
        <p:spPr>
          <a:xfrm>
            <a:off x="14374432" y="6946713"/>
            <a:ext cx="4463110" cy="1326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89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 이벤트 발생 시 </a:t>
            </a:r>
            <a:r>
              <a:rPr lang="en-US" sz="2089" dirty="0" err="1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휴대폰으로</a:t>
            </a:r>
            <a:r>
              <a:rPr lang="en-US" sz="2089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2089" dirty="0" err="1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푸시</a:t>
            </a:r>
            <a:r>
              <a:rPr lang="en-US" sz="2089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알림 전송</a:t>
            </a:r>
            <a:endParaRPr lang="en-US" sz="2089" dirty="0"/>
          </a:p>
        </p:txBody>
      </p:sp>
    </p:spTree>
    <p:extLst>
      <p:ext uri="{BB962C8B-B14F-4D97-AF65-F5344CB8AC3E}">
        <p14:creationId xmlns:p14="http://schemas.microsoft.com/office/powerpoint/2010/main" val="3059022483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67E59-C377-F143-8B6C-E934409D3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">
            <a:extLst>
              <a:ext uri="{FF2B5EF4-FFF2-40B4-BE49-F238E27FC236}">
                <a16:creationId xmlns:a16="http://schemas.microsoft.com/office/drawing/2014/main" id="{5179CA8C-2A83-2812-FC04-4E7D4EE5A04B}"/>
              </a:ext>
            </a:extLst>
          </p:cNvPr>
          <p:cNvSpPr/>
          <p:nvPr/>
        </p:nvSpPr>
        <p:spPr>
          <a:xfrm>
            <a:off x="0" y="0"/>
            <a:ext cx="20104100" cy="638810"/>
          </a:xfrm>
          <a:custGeom>
            <a:avLst/>
            <a:gdLst/>
            <a:ahLst/>
            <a:cxnLst/>
            <a:rect l="l" t="t" r="r" b="b"/>
            <a:pathLst>
              <a:path w="20104100" h="638810" extrusionOk="0">
                <a:moveTo>
                  <a:pt x="20104100" y="0"/>
                </a:moveTo>
                <a:lnTo>
                  <a:pt x="0" y="0"/>
                </a:lnTo>
                <a:lnTo>
                  <a:pt x="0" y="638757"/>
                </a:lnTo>
                <a:lnTo>
                  <a:pt x="20104100" y="638757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5" name="Google Shape;245;p11">
            <a:extLst>
              <a:ext uri="{FF2B5EF4-FFF2-40B4-BE49-F238E27FC236}">
                <a16:creationId xmlns:a16="http://schemas.microsoft.com/office/drawing/2014/main" id="{641ED94F-E033-4409-E33E-7705096F7A88}"/>
              </a:ext>
            </a:extLst>
          </p:cNvPr>
          <p:cNvSpPr/>
          <p:nvPr/>
        </p:nvSpPr>
        <p:spPr>
          <a:xfrm>
            <a:off x="3788698" y="10263851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grpSp>
        <p:nvGrpSpPr>
          <p:cNvPr id="247" name="Google Shape;247;p11">
            <a:extLst>
              <a:ext uri="{FF2B5EF4-FFF2-40B4-BE49-F238E27FC236}">
                <a16:creationId xmlns:a16="http://schemas.microsoft.com/office/drawing/2014/main" id="{180A7BF5-D35E-3797-FE77-C301398D5E9D}"/>
              </a:ext>
            </a:extLst>
          </p:cNvPr>
          <p:cNvGrpSpPr/>
          <p:nvPr/>
        </p:nvGrpSpPr>
        <p:grpSpPr>
          <a:xfrm>
            <a:off x="0" y="11183232"/>
            <a:ext cx="20104644" cy="125730"/>
            <a:chOff x="0" y="11183232"/>
            <a:chExt cx="20104644" cy="125730"/>
          </a:xfrm>
        </p:grpSpPr>
        <p:sp>
          <p:nvSpPr>
            <p:cNvPr id="248" name="Google Shape;248;p11">
              <a:extLst>
                <a:ext uri="{FF2B5EF4-FFF2-40B4-BE49-F238E27FC236}">
                  <a16:creationId xmlns:a16="http://schemas.microsoft.com/office/drawing/2014/main" id="{1D21807B-3ED1-9E3A-05D5-E2CB951FB686}"/>
                </a:ext>
              </a:extLst>
            </p:cNvPr>
            <p:cNvSpPr/>
            <p:nvPr/>
          </p:nvSpPr>
          <p:spPr>
            <a:xfrm>
              <a:off x="0" y="11183232"/>
              <a:ext cx="15770225" cy="125730"/>
            </a:xfrm>
            <a:custGeom>
              <a:avLst/>
              <a:gdLst/>
              <a:ahLst/>
              <a:cxnLst/>
              <a:rect l="l" t="t" r="r" b="b"/>
              <a:pathLst>
                <a:path w="15770225" h="125729" extrusionOk="0">
                  <a:moveTo>
                    <a:pt x="0" y="125323"/>
                  </a:moveTo>
                  <a:lnTo>
                    <a:pt x="15770133" y="125323"/>
                  </a:lnTo>
                  <a:lnTo>
                    <a:pt x="15770133" y="0"/>
                  </a:lnTo>
                  <a:lnTo>
                    <a:pt x="0" y="0"/>
                  </a:lnTo>
                  <a:lnTo>
                    <a:pt x="0" y="125323"/>
                  </a:lnTo>
                  <a:close/>
                </a:path>
              </a:pathLst>
            </a:custGeom>
            <a:solidFill>
              <a:srgbClr val="202E5E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  <p:sp>
          <p:nvSpPr>
            <p:cNvPr id="249" name="Google Shape;249;p11">
              <a:extLst>
                <a:ext uri="{FF2B5EF4-FFF2-40B4-BE49-F238E27FC236}">
                  <a16:creationId xmlns:a16="http://schemas.microsoft.com/office/drawing/2014/main" id="{EB030B7B-A854-7442-433A-9331F881B261}"/>
                </a:ext>
              </a:extLst>
            </p:cNvPr>
            <p:cNvSpPr/>
            <p:nvPr/>
          </p:nvSpPr>
          <p:spPr>
            <a:xfrm>
              <a:off x="15770133" y="11183609"/>
              <a:ext cx="4334510" cy="125095"/>
            </a:xfrm>
            <a:custGeom>
              <a:avLst/>
              <a:gdLst/>
              <a:ahLst/>
              <a:cxnLst/>
              <a:rect l="l" t="t" r="r" b="b"/>
              <a:pathLst>
                <a:path w="4334509" h="125095" extrusionOk="0">
                  <a:moveTo>
                    <a:pt x="0" y="124946"/>
                  </a:moveTo>
                  <a:lnTo>
                    <a:pt x="0" y="0"/>
                  </a:lnTo>
                  <a:lnTo>
                    <a:pt x="4333965" y="0"/>
                  </a:lnTo>
                  <a:lnTo>
                    <a:pt x="4333965" y="124946"/>
                  </a:lnTo>
                  <a:lnTo>
                    <a:pt x="0" y="124946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</p:grpSp>
      <p:sp>
        <p:nvSpPr>
          <p:cNvPr id="15" name="Google Shape;250;p11">
            <a:extLst>
              <a:ext uri="{FF2B5EF4-FFF2-40B4-BE49-F238E27FC236}">
                <a16:creationId xmlns:a16="http://schemas.microsoft.com/office/drawing/2014/main" id="{85DC2C92-A5F7-0935-1550-2B8E4046C872}"/>
              </a:ext>
            </a:extLst>
          </p:cNvPr>
          <p:cNvSpPr txBox="1"/>
          <p:nvPr/>
        </p:nvSpPr>
        <p:spPr>
          <a:xfrm>
            <a:off x="3788697" y="1332639"/>
            <a:ext cx="13812747" cy="830956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r>
              <a:rPr lang="en-US" altLang="ko-KR" sz="4800" b="1" dirty="0">
                <a:solidFill>
                  <a:srgbClr val="1F2D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Database – </a:t>
            </a:r>
            <a:r>
              <a:rPr lang="en-US" altLang="ko-KR" sz="4800" b="1" dirty="0" err="1">
                <a:solidFill>
                  <a:srgbClr val="1F2D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Supabase</a:t>
            </a:r>
            <a:endParaRPr lang="en-US" altLang="ko-KR" sz="4800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64D3DB2-06D0-A5A2-E9FB-6E2286E22DA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 dirty="0"/>
          </a:p>
        </p:txBody>
      </p:sp>
      <p:pic>
        <p:nvPicPr>
          <p:cNvPr id="6" name="Google Shape;246;p11">
            <a:extLst>
              <a:ext uri="{FF2B5EF4-FFF2-40B4-BE49-F238E27FC236}">
                <a16:creationId xmlns:a16="http://schemas.microsoft.com/office/drawing/2014/main" id="{CD900256-73C0-22BF-D5F1-D78E3440DBC7}"/>
              </a:ext>
            </a:extLst>
          </p:cNvPr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16544767" y="10517438"/>
            <a:ext cx="2113354" cy="29679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242;p11">
            <a:extLst>
              <a:ext uri="{FF2B5EF4-FFF2-40B4-BE49-F238E27FC236}">
                <a16:creationId xmlns:a16="http://schemas.microsoft.com/office/drawing/2014/main" id="{AF2A1B4A-A4A7-EC44-913B-470B63559CF2}"/>
              </a:ext>
            </a:extLst>
          </p:cNvPr>
          <p:cNvSpPr/>
          <p:nvPr/>
        </p:nvSpPr>
        <p:spPr>
          <a:xfrm>
            <a:off x="970895" y="1072291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19" name="Google Shape;250;p11">
            <a:extLst>
              <a:ext uri="{FF2B5EF4-FFF2-40B4-BE49-F238E27FC236}">
                <a16:creationId xmlns:a16="http://schemas.microsoft.com/office/drawing/2014/main" id="{01678015-FB3C-74D1-88E3-7BB64F92F222}"/>
              </a:ext>
            </a:extLst>
          </p:cNvPr>
          <p:cNvSpPr txBox="1"/>
          <p:nvPr/>
        </p:nvSpPr>
        <p:spPr>
          <a:xfrm>
            <a:off x="970895" y="1382405"/>
            <a:ext cx="1823084" cy="1015622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60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B3</a:t>
            </a:r>
            <a:endParaRPr sz="6000" b="1" dirty="0">
              <a:solidFill>
                <a:srgbClr val="202E5E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KoPubWorld바탕체 Medium"/>
              <a:sym typeface="NanumGothic ExtraBold"/>
            </a:endParaRPr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3961FF4B-5249-2B96-5C02-D99BC134F33C}"/>
              </a:ext>
            </a:extLst>
          </p:cNvPr>
          <p:cNvSpPr/>
          <p:nvPr/>
        </p:nvSpPr>
        <p:spPr>
          <a:xfrm>
            <a:off x="3779571" y="10253488"/>
            <a:ext cx="13952245" cy="0"/>
          </a:xfrm>
          <a:prstGeom prst="line">
            <a:avLst/>
          </a:prstGeom>
          <a:noFill/>
          <a:ln w="9525">
            <a:solidFill>
              <a:srgbClr val="1F2D5C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311" name="Text 6">
            <a:extLst>
              <a:ext uri="{FF2B5EF4-FFF2-40B4-BE49-F238E27FC236}">
                <a16:creationId xmlns:a16="http://schemas.microsoft.com/office/drawing/2014/main" id="{C702EA08-7663-2E04-1AD9-D5DC08804CAC}"/>
              </a:ext>
            </a:extLst>
          </p:cNvPr>
          <p:cNvSpPr txBox="1"/>
          <p:nvPr/>
        </p:nvSpPr>
        <p:spPr>
          <a:xfrm>
            <a:off x="3880091" y="2493305"/>
            <a:ext cx="13871829" cy="6031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2638" dirty="0"/>
          </a:p>
        </p:txBody>
      </p:sp>
      <p:sp>
        <p:nvSpPr>
          <p:cNvPr id="313" name="Text 11">
            <a:extLst>
              <a:ext uri="{FF2B5EF4-FFF2-40B4-BE49-F238E27FC236}">
                <a16:creationId xmlns:a16="http://schemas.microsoft.com/office/drawing/2014/main" id="{D6FAC25D-A34D-340B-DB37-33FF05919FD9}"/>
              </a:ext>
            </a:extLst>
          </p:cNvPr>
          <p:cNvSpPr txBox="1"/>
          <p:nvPr/>
        </p:nvSpPr>
        <p:spPr>
          <a:xfrm>
            <a:off x="1005205" y="3377886"/>
            <a:ext cx="18093690" cy="562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528" b="1" dirty="0">
                <a:solidFill>
                  <a:srgbClr val="3A47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Supabase</a:t>
            </a:r>
            <a:r>
              <a:rPr lang="en-US" sz="2528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= PostgreSQL DB + 로그인 + 파일 저장소를 한 번에 제공하는 클라우드 서비스</a:t>
            </a:r>
            <a:endParaRPr lang="en-US" sz="2528" dirty="0"/>
          </a:p>
        </p:txBody>
      </p:sp>
      <p:sp>
        <p:nvSpPr>
          <p:cNvPr id="315" name="Shape 12">
            <a:extLst>
              <a:ext uri="{FF2B5EF4-FFF2-40B4-BE49-F238E27FC236}">
                <a16:creationId xmlns:a16="http://schemas.microsoft.com/office/drawing/2014/main" id="{27FF5931-C552-3CB9-2D2C-5970594DA97B}"/>
              </a:ext>
            </a:extLst>
          </p:cNvPr>
          <p:cNvSpPr/>
          <p:nvPr/>
        </p:nvSpPr>
        <p:spPr>
          <a:xfrm>
            <a:off x="1005205" y="4182050"/>
            <a:ext cx="10856214" cy="763956"/>
          </a:xfrm>
          <a:prstGeom prst="rect">
            <a:avLst/>
          </a:prstGeom>
          <a:solidFill>
            <a:srgbClr val="ECEEF0"/>
          </a:solidFill>
          <a:ln w="635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317" name="Text 13">
            <a:extLst>
              <a:ext uri="{FF2B5EF4-FFF2-40B4-BE49-F238E27FC236}">
                <a16:creationId xmlns:a16="http://schemas.microsoft.com/office/drawing/2014/main" id="{1B3F57A7-D5AD-792F-39E2-B1DAF7441ED2}"/>
              </a:ext>
            </a:extLst>
          </p:cNvPr>
          <p:cNvSpPr txBox="1"/>
          <p:nvPr/>
        </p:nvSpPr>
        <p:spPr>
          <a:xfrm>
            <a:off x="1246454" y="4182050"/>
            <a:ext cx="3920300" cy="763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79" b="1" dirty="0">
                <a:solidFill>
                  <a:srgbClr val="3A47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devices</a:t>
            </a:r>
            <a:endParaRPr lang="en-US" sz="1979" dirty="0"/>
          </a:p>
        </p:txBody>
      </p:sp>
      <p:sp>
        <p:nvSpPr>
          <p:cNvPr id="319" name="Text 14">
            <a:extLst>
              <a:ext uri="{FF2B5EF4-FFF2-40B4-BE49-F238E27FC236}">
                <a16:creationId xmlns:a16="http://schemas.microsoft.com/office/drawing/2014/main" id="{865608EA-4B16-78D3-3B46-1E5144EDD378}"/>
              </a:ext>
            </a:extLst>
          </p:cNvPr>
          <p:cNvSpPr txBox="1"/>
          <p:nvPr/>
        </p:nvSpPr>
        <p:spPr>
          <a:xfrm>
            <a:off x="5267274" y="4182050"/>
            <a:ext cx="6433312" cy="763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ko-KR" sz="2000" dirty="0"/>
              <a:t>등록된 기기(</a:t>
            </a:r>
            <a:r>
              <a:rPr lang="ko-KR" altLang="ko-KR" sz="2000" dirty="0" err="1"/>
              <a:t>카메라·마이크</a:t>
            </a:r>
            <a:r>
              <a:rPr lang="ko-KR" altLang="ko-KR" sz="2000" dirty="0"/>
              <a:t>)와 마지막 연결 시간</a:t>
            </a:r>
            <a:endParaRPr lang="en-US" sz="1979" dirty="0"/>
          </a:p>
        </p:txBody>
      </p:sp>
      <p:sp>
        <p:nvSpPr>
          <p:cNvPr id="321" name="Shape 15">
            <a:extLst>
              <a:ext uri="{FF2B5EF4-FFF2-40B4-BE49-F238E27FC236}">
                <a16:creationId xmlns:a16="http://schemas.microsoft.com/office/drawing/2014/main" id="{D0788E60-1DA0-238F-71B2-4A2706A5CD6C}"/>
              </a:ext>
            </a:extLst>
          </p:cNvPr>
          <p:cNvSpPr/>
          <p:nvPr/>
        </p:nvSpPr>
        <p:spPr>
          <a:xfrm>
            <a:off x="1005205" y="5066630"/>
            <a:ext cx="10856214" cy="1125830"/>
          </a:xfrm>
          <a:prstGeom prst="rect">
            <a:avLst/>
          </a:prstGeom>
          <a:solidFill>
            <a:srgbClr val="FFFFFF"/>
          </a:solidFill>
          <a:ln w="635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323" name="Text 16">
            <a:extLst>
              <a:ext uri="{FF2B5EF4-FFF2-40B4-BE49-F238E27FC236}">
                <a16:creationId xmlns:a16="http://schemas.microsoft.com/office/drawing/2014/main" id="{43F13857-43CD-F079-55A2-47C500E2607E}"/>
              </a:ext>
            </a:extLst>
          </p:cNvPr>
          <p:cNvSpPr txBox="1"/>
          <p:nvPr/>
        </p:nvSpPr>
        <p:spPr>
          <a:xfrm>
            <a:off x="1246454" y="5066630"/>
            <a:ext cx="3920300" cy="1125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79" b="1" dirty="0">
                <a:solidFill>
                  <a:srgbClr val="3A47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events</a:t>
            </a:r>
            <a:endParaRPr lang="en-US" sz="1979" dirty="0"/>
          </a:p>
        </p:txBody>
      </p:sp>
      <p:sp>
        <p:nvSpPr>
          <p:cNvPr id="325" name="Text 17">
            <a:extLst>
              <a:ext uri="{FF2B5EF4-FFF2-40B4-BE49-F238E27FC236}">
                <a16:creationId xmlns:a16="http://schemas.microsoft.com/office/drawing/2014/main" id="{12B13389-17E6-6C06-E931-91ECB302C8CF}"/>
              </a:ext>
            </a:extLst>
          </p:cNvPr>
          <p:cNvSpPr txBox="1"/>
          <p:nvPr/>
        </p:nvSpPr>
        <p:spPr>
          <a:xfrm>
            <a:off x="5267274" y="5066630"/>
            <a:ext cx="6433312" cy="1125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ko-KR" sz="2000" dirty="0"/>
              <a:t>감지된 이벤트 정보(</a:t>
            </a:r>
            <a:r>
              <a:rPr lang="ko-KR" altLang="ko-KR" sz="2000" dirty="0" err="1"/>
              <a:t>방문자·움직임·소리·위험</a:t>
            </a:r>
            <a:r>
              <a:rPr lang="ko-KR" altLang="ko-KR" sz="2000" dirty="0"/>
              <a:t>)와 </a:t>
            </a:r>
            <a:r>
              <a:rPr lang="ko-KR" altLang="ko-KR" sz="2000" dirty="0" err="1"/>
              <a:t>사진·영상·음성</a:t>
            </a:r>
            <a:r>
              <a:rPr lang="ko-KR" altLang="ko-KR" sz="2000" dirty="0"/>
              <a:t> 파일 위치</a:t>
            </a:r>
            <a:endParaRPr lang="en-US" sz="1979" dirty="0"/>
          </a:p>
        </p:txBody>
      </p:sp>
      <p:sp>
        <p:nvSpPr>
          <p:cNvPr id="327" name="Shape 18">
            <a:extLst>
              <a:ext uri="{FF2B5EF4-FFF2-40B4-BE49-F238E27FC236}">
                <a16:creationId xmlns:a16="http://schemas.microsoft.com/office/drawing/2014/main" id="{39F14BA1-1996-487B-A392-E1DFA7351644}"/>
              </a:ext>
            </a:extLst>
          </p:cNvPr>
          <p:cNvSpPr/>
          <p:nvPr/>
        </p:nvSpPr>
        <p:spPr>
          <a:xfrm>
            <a:off x="1005205" y="6313084"/>
            <a:ext cx="10856214" cy="763956"/>
          </a:xfrm>
          <a:prstGeom prst="rect">
            <a:avLst/>
          </a:prstGeom>
          <a:solidFill>
            <a:srgbClr val="ECEEF0"/>
          </a:solidFill>
          <a:ln w="635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329" name="Text 19">
            <a:extLst>
              <a:ext uri="{FF2B5EF4-FFF2-40B4-BE49-F238E27FC236}">
                <a16:creationId xmlns:a16="http://schemas.microsoft.com/office/drawing/2014/main" id="{D6D4E605-BF61-DCB3-46CC-70D428A9018E}"/>
              </a:ext>
            </a:extLst>
          </p:cNvPr>
          <p:cNvSpPr txBox="1"/>
          <p:nvPr/>
        </p:nvSpPr>
        <p:spPr>
          <a:xfrm>
            <a:off x="1246454" y="6313084"/>
            <a:ext cx="3920300" cy="763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79" b="1" dirty="0">
                <a:solidFill>
                  <a:srgbClr val="3A47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conversations · messages</a:t>
            </a:r>
            <a:endParaRPr lang="en-US" sz="1979" dirty="0"/>
          </a:p>
        </p:txBody>
      </p:sp>
      <p:sp>
        <p:nvSpPr>
          <p:cNvPr id="331" name="Text 20">
            <a:extLst>
              <a:ext uri="{FF2B5EF4-FFF2-40B4-BE49-F238E27FC236}">
                <a16:creationId xmlns:a16="http://schemas.microsoft.com/office/drawing/2014/main" id="{32927B52-B1E6-E286-7839-8DD84A9026F7}"/>
              </a:ext>
            </a:extLst>
          </p:cNvPr>
          <p:cNvSpPr txBox="1"/>
          <p:nvPr/>
        </p:nvSpPr>
        <p:spPr>
          <a:xfrm>
            <a:off x="5267274" y="6313084"/>
            <a:ext cx="6433312" cy="763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ko-KR" sz="2000" dirty="0" err="1"/>
              <a:t>AI와</a:t>
            </a:r>
            <a:r>
              <a:rPr lang="ko-KR" altLang="ko-KR" sz="2000" dirty="0"/>
              <a:t> 주고받은 대화 기록</a:t>
            </a:r>
            <a:endParaRPr lang="en-US" sz="1979" dirty="0"/>
          </a:p>
        </p:txBody>
      </p:sp>
      <p:sp>
        <p:nvSpPr>
          <p:cNvPr id="333" name="Shape 21">
            <a:extLst>
              <a:ext uri="{FF2B5EF4-FFF2-40B4-BE49-F238E27FC236}">
                <a16:creationId xmlns:a16="http://schemas.microsoft.com/office/drawing/2014/main" id="{5DCADE55-022C-B9C9-B684-39CE61F5920C}"/>
              </a:ext>
            </a:extLst>
          </p:cNvPr>
          <p:cNvSpPr/>
          <p:nvPr/>
        </p:nvSpPr>
        <p:spPr>
          <a:xfrm>
            <a:off x="1005205" y="7197665"/>
            <a:ext cx="10856214" cy="763956"/>
          </a:xfrm>
          <a:prstGeom prst="rect">
            <a:avLst/>
          </a:prstGeom>
          <a:solidFill>
            <a:srgbClr val="FFFFFF"/>
          </a:solidFill>
          <a:ln w="635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335" name="Text 22">
            <a:extLst>
              <a:ext uri="{FF2B5EF4-FFF2-40B4-BE49-F238E27FC236}">
                <a16:creationId xmlns:a16="http://schemas.microsoft.com/office/drawing/2014/main" id="{FC97DDD7-B4D1-E52C-3FE7-FCCFB7820DD1}"/>
              </a:ext>
            </a:extLst>
          </p:cNvPr>
          <p:cNvSpPr txBox="1"/>
          <p:nvPr/>
        </p:nvSpPr>
        <p:spPr>
          <a:xfrm>
            <a:off x="1246454" y="7197665"/>
            <a:ext cx="3920300" cy="763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79" b="1" dirty="0">
                <a:solidFill>
                  <a:srgbClr val="3A47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briefings</a:t>
            </a:r>
            <a:endParaRPr lang="en-US" sz="1979" dirty="0"/>
          </a:p>
        </p:txBody>
      </p:sp>
      <p:sp>
        <p:nvSpPr>
          <p:cNvPr id="337" name="Text 23">
            <a:extLst>
              <a:ext uri="{FF2B5EF4-FFF2-40B4-BE49-F238E27FC236}">
                <a16:creationId xmlns:a16="http://schemas.microsoft.com/office/drawing/2014/main" id="{8B6F8CE7-D206-9149-A70F-CB6AAE3382A8}"/>
              </a:ext>
            </a:extLst>
          </p:cNvPr>
          <p:cNvSpPr txBox="1"/>
          <p:nvPr/>
        </p:nvSpPr>
        <p:spPr>
          <a:xfrm>
            <a:off x="5267274" y="7197665"/>
            <a:ext cx="6433312" cy="763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ko-KR" sz="2000" dirty="0"/>
              <a:t>오늘의 브리핑 내용</a:t>
            </a:r>
            <a:endParaRPr lang="en-US" sz="1979" dirty="0"/>
          </a:p>
        </p:txBody>
      </p:sp>
      <p:sp>
        <p:nvSpPr>
          <p:cNvPr id="339" name="Shape 24">
            <a:extLst>
              <a:ext uri="{FF2B5EF4-FFF2-40B4-BE49-F238E27FC236}">
                <a16:creationId xmlns:a16="http://schemas.microsoft.com/office/drawing/2014/main" id="{620789B9-4CB4-39E4-918F-16A0B2E01099}"/>
              </a:ext>
            </a:extLst>
          </p:cNvPr>
          <p:cNvSpPr/>
          <p:nvPr/>
        </p:nvSpPr>
        <p:spPr>
          <a:xfrm>
            <a:off x="1005205" y="8082245"/>
            <a:ext cx="10856214" cy="1125830"/>
          </a:xfrm>
          <a:prstGeom prst="rect">
            <a:avLst/>
          </a:prstGeom>
          <a:solidFill>
            <a:srgbClr val="ECEEF0"/>
          </a:solidFill>
          <a:ln w="635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341" name="Text 25">
            <a:extLst>
              <a:ext uri="{FF2B5EF4-FFF2-40B4-BE49-F238E27FC236}">
                <a16:creationId xmlns:a16="http://schemas.microsoft.com/office/drawing/2014/main" id="{933051EE-ED0C-2C0D-34C5-82AB1AD68C9F}"/>
              </a:ext>
            </a:extLst>
          </p:cNvPr>
          <p:cNvSpPr txBox="1"/>
          <p:nvPr/>
        </p:nvSpPr>
        <p:spPr>
          <a:xfrm>
            <a:off x="1246454" y="8082245"/>
            <a:ext cx="3920300" cy="1125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79" b="1" dirty="0">
                <a:solidFill>
                  <a:srgbClr val="3A47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push_subscriptions · notification_preferences</a:t>
            </a:r>
            <a:endParaRPr lang="en-US" sz="1979" dirty="0"/>
          </a:p>
        </p:txBody>
      </p:sp>
      <p:sp>
        <p:nvSpPr>
          <p:cNvPr id="343" name="Text 26">
            <a:extLst>
              <a:ext uri="{FF2B5EF4-FFF2-40B4-BE49-F238E27FC236}">
                <a16:creationId xmlns:a16="http://schemas.microsoft.com/office/drawing/2014/main" id="{C1F643B7-8AEB-E9D3-C3BA-2CF6FCE495C6}"/>
              </a:ext>
            </a:extLst>
          </p:cNvPr>
          <p:cNvSpPr txBox="1"/>
          <p:nvPr/>
        </p:nvSpPr>
        <p:spPr>
          <a:xfrm>
            <a:off x="5267274" y="8082245"/>
            <a:ext cx="6433312" cy="1125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ko-KR" sz="2000" dirty="0"/>
              <a:t>푸시 알림 및 알림 설정</a:t>
            </a:r>
            <a:endParaRPr lang="en-US" sz="1979" dirty="0"/>
          </a:p>
        </p:txBody>
      </p:sp>
      <p:sp>
        <p:nvSpPr>
          <p:cNvPr id="387" name="Google Shape;243;p11">
            <a:extLst>
              <a:ext uri="{FF2B5EF4-FFF2-40B4-BE49-F238E27FC236}">
                <a16:creationId xmlns:a16="http://schemas.microsoft.com/office/drawing/2014/main" id="{E8C915B0-89B9-2FC8-DA4A-7E8A696FC45D}"/>
              </a:ext>
            </a:extLst>
          </p:cNvPr>
          <p:cNvSpPr/>
          <p:nvPr/>
        </p:nvSpPr>
        <p:spPr>
          <a:xfrm flipV="1">
            <a:off x="3788697" y="2398026"/>
            <a:ext cx="12727483" cy="45719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389" name="Google Shape;244;p11">
            <a:extLst>
              <a:ext uri="{FF2B5EF4-FFF2-40B4-BE49-F238E27FC236}">
                <a16:creationId xmlns:a16="http://schemas.microsoft.com/office/drawing/2014/main" id="{95E69BE1-5387-27E8-EF7C-6BA05E9A25BF}"/>
              </a:ext>
            </a:extLst>
          </p:cNvPr>
          <p:cNvSpPr/>
          <p:nvPr/>
        </p:nvSpPr>
        <p:spPr>
          <a:xfrm>
            <a:off x="970895" y="2831510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391" name="Shape 3">
            <a:extLst>
              <a:ext uri="{FF2B5EF4-FFF2-40B4-BE49-F238E27FC236}">
                <a16:creationId xmlns:a16="http://schemas.microsoft.com/office/drawing/2014/main" id="{B298DBDB-2A8D-6117-4059-2A734C77EE6E}"/>
              </a:ext>
            </a:extLst>
          </p:cNvPr>
          <p:cNvSpPr/>
          <p:nvPr/>
        </p:nvSpPr>
        <p:spPr>
          <a:xfrm>
            <a:off x="964997" y="2814971"/>
            <a:ext cx="1809369" cy="0"/>
          </a:xfrm>
          <a:prstGeom prst="line">
            <a:avLst/>
          </a:prstGeom>
          <a:noFill/>
          <a:ln w="9525">
            <a:solidFill>
              <a:srgbClr val="1F2D5C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16" name="Shape 5">
            <a:extLst>
              <a:ext uri="{FF2B5EF4-FFF2-40B4-BE49-F238E27FC236}">
                <a16:creationId xmlns:a16="http://schemas.microsoft.com/office/drawing/2014/main" id="{CC869634-EFFE-2F67-A272-95360849A8C1}"/>
              </a:ext>
            </a:extLst>
          </p:cNvPr>
          <p:cNvSpPr/>
          <p:nvPr/>
        </p:nvSpPr>
        <p:spPr>
          <a:xfrm>
            <a:off x="13047703" y="4780393"/>
            <a:ext cx="5444860" cy="3798967"/>
          </a:xfrm>
          <a:prstGeom prst="roundRect">
            <a:avLst>
              <a:gd name="adj" fmla="val 4410"/>
            </a:avLst>
          </a:prstGeom>
          <a:solidFill>
            <a:srgbClr val="13233A"/>
          </a:solidFill>
          <a:ln/>
        </p:spPr>
        <p:txBody>
          <a:bodyPr/>
          <a:lstStyle/>
          <a:p>
            <a:endParaRPr lang="ko-KR" altLang="en-US" sz="4894"/>
          </a:p>
        </p:txBody>
      </p:sp>
      <p:pic>
        <p:nvPicPr>
          <p:cNvPr id="18" name="Image 1" descr="Lock">
            <a:extLst>
              <a:ext uri="{FF2B5EF4-FFF2-40B4-BE49-F238E27FC236}">
                <a16:creationId xmlns:a16="http://schemas.microsoft.com/office/drawing/2014/main" id="{34FD54E6-C875-719C-FC16-B0CC2899522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3382771" y="5115460"/>
            <a:ext cx="502603" cy="502603"/>
          </a:xfrm>
          <a:prstGeom prst="rect">
            <a:avLst/>
          </a:prstGeom>
        </p:spPr>
      </p:pic>
      <p:sp>
        <p:nvSpPr>
          <p:cNvPr id="21" name="Text 6">
            <a:extLst>
              <a:ext uri="{FF2B5EF4-FFF2-40B4-BE49-F238E27FC236}">
                <a16:creationId xmlns:a16="http://schemas.microsoft.com/office/drawing/2014/main" id="{FD7BFF53-8FF6-A8DA-71F2-9901FD2F625E}"/>
              </a:ext>
            </a:extLst>
          </p:cNvPr>
          <p:cNvSpPr/>
          <p:nvPr/>
        </p:nvSpPr>
        <p:spPr>
          <a:xfrm>
            <a:off x="13382772" y="5743714"/>
            <a:ext cx="4917965" cy="4188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968"/>
              </a:lnSpc>
            </a:pPr>
            <a:r>
              <a:rPr lang="en-US" sz="2474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미디어 보안</a:t>
            </a:r>
            <a:endParaRPr lang="en-US" sz="2474" dirty="0"/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563D1907-214D-0013-82C1-014FB1D8E4DA}"/>
              </a:ext>
            </a:extLst>
          </p:cNvPr>
          <p:cNvSpPr/>
          <p:nvPr/>
        </p:nvSpPr>
        <p:spPr>
          <a:xfrm>
            <a:off x="13382772" y="6246316"/>
            <a:ext cx="4917965" cy="11727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968"/>
              </a:lnSpc>
            </a:pPr>
            <a:r>
              <a:rPr lang="en-US" sz="1979" dirty="0">
                <a:solidFill>
                  <a:srgbClr val="D5D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사진·영상은 Storage에 비공개 저장. 사용자가 영상을 볼 때만 </a:t>
            </a:r>
            <a:r>
              <a:rPr lang="en-US" sz="1979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1시간짜리 임시 링크</a:t>
            </a:r>
            <a:r>
              <a:rPr lang="en-US" sz="1979" dirty="0">
                <a:solidFill>
                  <a:srgbClr val="D5D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를 발급해 외부 공개 차단</a:t>
            </a:r>
            <a:endParaRPr lang="en-US" sz="1979" dirty="0"/>
          </a:p>
        </p:txBody>
      </p:sp>
    </p:spTree>
    <p:extLst>
      <p:ext uri="{BB962C8B-B14F-4D97-AF65-F5344CB8AC3E}">
        <p14:creationId xmlns:p14="http://schemas.microsoft.com/office/powerpoint/2010/main" val="3749538730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305F0-C291-72D0-F1F5-E00FA1510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">
            <a:extLst>
              <a:ext uri="{FF2B5EF4-FFF2-40B4-BE49-F238E27FC236}">
                <a16:creationId xmlns:a16="http://schemas.microsoft.com/office/drawing/2014/main" id="{1B2263B6-3110-541E-01FD-1FFE7FB2A7BD}"/>
              </a:ext>
            </a:extLst>
          </p:cNvPr>
          <p:cNvSpPr/>
          <p:nvPr/>
        </p:nvSpPr>
        <p:spPr>
          <a:xfrm>
            <a:off x="0" y="0"/>
            <a:ext cx="20104100" cy="638810"/>
          </a:xfrm>
          <a:custGeom>
            <a:avLst/>
            <a:gdLst/>
            <a:ahLst/>
            <a:cxnLst/>
            <a:rect l="l" t="t" r="r" b="b"/>
            <a:pathLst>
              <a:path w="20104100" h="638810" extrusionOk="0">
                <a:moveTo>
                  <a:pt x="20104100" y="0"/>
                </a:moveTo>
                <a:lnTo>
                  <a:pt x="0" y="0"/>
                </a:lnTo>
                <a:lnTo>
                  <a:pt x="0" y="638757"/>
                </a:lnTo>
                <a:lnTo>
                  <a:pt x="20104100" y="638757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3" name="Google Shape;243;p11">
            <a:extLst>
              <a:ext uri="{FF2B5EF4-FFF2-40B4-BE49-F238E27FC236}">
                <a16:creationId xmlns:a16="http://schemas.microsoft.com/office/drawing/2014/main" id="{67762AFD-9A8F-6C56-6827-58DBE0E0C364}"/>
              </a:ext>
            </a:extLst>
          </p:cNvPr>
          <p:cNvSpPr/>
          <p:nvPr/>
        </p:nvSpPr>
        <p:spPr>
          <a:xfrm flipV="1">
            <a:off x="3788697" y="2398026"/>
            <a:ext cx="12727483" cy="45719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5" name="Google Shape;245;p11">
            <a:extLst>
              <a:ext uri="{FF2B5EF4-FFF2-40B4-BE49-F238E27FC236}">
                <a16:creationId xmlns:a16="http://schemas.microsoft.com/office/drawing/2014/main" id="{45838947-3758-3CC9-F86B-55F24AF2113B}"/>
              </a:ext>
            </a:extLst>
          </p:cNvPr>
          <p:cNvSpPr/>
          <p:nvPr/>
        </p:nvSpPr>
        <p:spPr>
          <a:xfrm>
            <a:off x="3788698" y="10263851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grpSp>
        <p:nvGrpSpPr>
          <p:cNvPr id="247" name="Google Shape;247;p11">
            <a:extLst>
              <a:ext uri="{FF2B5EF4-FFF2-40B4-BE49-F238E27FC236}">
                <a16:creationId xmlns:a16="http://schemas.microsoft.com/office/drawing/2014/main" id="{0B54D44A-0E43-B6A6-7BEE-6D409F834E9F}"/>
              </a:ext>
            </a:extLst>
          </p:cNvPr>
          <p:cNvGrpSpPr/>
          <p:nvPr/>
        </p:nvGrpSpPr>
        <p:grpSpPr>
          <a:xfrm>
            <a:off x="0" y="11183232"/>
            <a:ext cx="20104644" cy="125730"/>
            <a:chOff x="0" y="11183232"/>
            <a:chExt cx="20104644" cy="125730"/>
          </a:xfrm>
        </p:grpSpPr>
        <p:sp>
          <p:nvSpPr>
            <p:cNvPr id="248" name="Google Shape;248;p11">
              <a:extLst>
                <a:ext uri="{FF2B5EF4-FFF2-40B4-BE49-F238E27FC236}">
                  <a16:creationId xmlns:a16="http://schemas.microsoft.com/office/drawing/2014/main" id="{CFEB8BD1-7814-2CA4-4767-B17FE9A6B931}"/>
                </a:ext>
              </a:extLst>
            </p:cNvPr>
            <p:cNvSpPr/>
            <p:nvPr/>
          </p:nvSpPr>
          <p:spPr>
            <a:xfrm>
              <a:off x="0" y="11183232"/>
              <a:ext cx="15770225" cy="125730"/>
            </a:xfrm>
            <a:custGeom>
              <a:avLst/>
              <a:gdLst/>
              <a:ahLst/>
              <a:cxnLst/>
              <a:rect l="l" t="t" r="r" b="b"/>
              <a:pathLst>
                <a:path w="15770225" h="125729" extrusionOk="0">
                  <a:moveTo>
                    <a:pt x="0" y="125323"/>
                  </a:moveTo>
                  <a:lnTo>
                    <a:pt x="15770133" y="125323"/>
                  </a:lnTo>
                  <a:lnTo>
                    <a:pt x="15770133" y="0"/>
                  </a:lnTo>
                  <a:lnTo>
                    <a:pt x="0" y="0"/>
                  </a:lnTo>
                  <a:lnTo>
                    <a:pt x="0" y="125323"/>
                  </a:lnTo>
                  <a:close/>
                </a:path>
              </a:pathLst>
            </a:custGeom>
            <a:solidFill>
              <a:srgbClr val="202E5E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  <p:sp>
          <p:nvSpPr>
            <p:cNvPr id="249" name="Google Shape;249;p11">
              <a:extLst>
                <a:ext uri="{FF2B5EF4-FFF2-40B4-BE49-F238E27FC236}">
                  <a16:creationId xmlns:a16="http://schemas.microsoft.com/office/drawing/2014/main" id="{4A678C66-8245-1659-E289-1FF4488E1783}"/>
                </a:ext>
              </a:extLst>
            </p:cNvPr>
            <p:cNvSpPr/>
            <p:nvPr/>
          </p:nvSpPr>
          <p:spPr>
            <a:xfrm>
              <a:off x="15770133" y="11183609"/>
              <a:ext cx="4334510" cy="125095"/>
            </a:xfrm>
            <a:custGeom>
              <a:avLst/>
              <a:gdLst/>
              <a:ahLst/>
              <a:cxnLst/>
              <a:rect l="l" t="t" r="r" b="b"/>
              <a:pathLst>
                <a:path w="4334509" h="125095" extrusionOk="0">
                  <a:moveTo>
                    <a:pt x="0" y="124946"/>
                  </a:moveTo>
                  <a:lnTo>
                    <a:pt x="0" y="0"/>
                  </a:lnTo>
                  <a:lnTo>
                    <a:pt x="4333965" y="0"/>
                  </a:lnTo>
                  <a:lnTo>
                    <a:pt x="4333965" y="124946"/>
                  </a:lnTo>
                  <a:lnTo>
                    <a:pt x="0" y="124946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</p:grpSp>
      <p:sp>
        <p:nvSpPr>
          <p:cNvPr id="15" name="Google Shape;250;p11">
            <a:extLst>
              <a:ext uri="{FF2B5EF4-FFF2-40B4-BE49-F238E27FC236}">
                <a16:creationId xmlns:a16="http://schemas.microsoft.com/office/drawing/2014/main" id="{C8E098C6-6C2A-9354-2D6E-47A56C9F0AFE}"/>
              </a:ext>
            </a:extLst>
          </p:cNvPr>
          <p:cNvSpPr txBox="1"/>
          <p:nvPr/>
        </p:nvSpPr>
        <p:spPr>
          <a:xfrm>
            <a:off x="3788697" y="1332639"/>
            <a:ext cx="13812747" cy="830956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lvl="0">
              <a:defRPr/>
            </a:pPr>
            <a:r>
              <a:rPr lang="en-US" altLang="ko-KR" sz="4800" b="1" dirty="0">
                <a:solidFill>
                  <a:srgbClr val="1F2D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MCP Server</a:t>
            </a:r>
            <a:endParaRPr lang="ko-KR" altLang="en-US" sz="4800" b="1" dirty="0">
              <a:solidFill>
                <a:srgbClr val="202E5E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KoPubWorld바탕체 Medium"/>
              <a:sym typeface="NanumGothic ExtraBold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BC056B3-FA15-7DE9-E828-F990043CDD2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 dirty="0"/>
          </a:p>
        </p:txBody>
      </p:sp>
      <p:pic>
        <p:nvPicPr>
          <p:cNvPr id="6" name="Google Shape;246;p11">
            <a:extLst>
              <a:ext uri="{FF2B5EF4-FFF2-40B4-BE49-F238E27FC236}">
                <a16:creationId xmlns:a16="http://schemas.microsoft.com/office/drawing/2014/main" id="{7F1D5CE9-3F91-D8EC-1E28-7376A1012A80}"/>
              </a:ext>
            </a:extLst>
          </p:cNvPr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16544767" y="10517438"/>
            <a:ext cx="2113354" cy="29679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242;p11">
            <a:extLst>
              <a:ext uri="{FF2B5EF4-FFF2-40B4-BE49-F238E27FC236}">
                <a16:creationId xmlns:a16="http://schemas.microsoft.com/office/drawing/2014/main" id="{0E45F80F-1A11-F303-4732-004DA4B3A861}"/>
              </a:ext>
            </a:extLst>
          </p:cNvPr>
          <p:cNvSpPr/>
          <p:nvPr/>
        </p:nvSpPr>
        <p:spPr>
          <a:xfrm>
            <a:off x="970895" y="1072291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17" name="Google Shape;244;p11">
            <a:extLst>
              <a:ext uri="{FF2B5EF4-FFF2-40B4-BE49-F238E27FC236}">
                <a16:creationId xmlns:a16="http://schemas.microsoft.com/office/drawing/2014/main" id="{0A8B9EC5-8757-E2A4-B72D-093271AC271B}"/>
              </a:ext>
            </a:extLst>
          </p:cNvPr>
          <p:cNvSpPr/>
          <p:nvPr/>
        </p:nvSpPr>
        <p:spPr>
          <a:xfrm>
            <a:off x="970895" y="2831510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19" name="Google Shape;250;p11">
            <a:extLst>
              <a:ext uri="{FF2B5EF4-FFF2-40B4-BE49-F238E27FC236}">
                <a16:creationId xmlns:a16="http://schemas.microsoft.com/office/drawing/2014/main" id="{CF84AC4A-CAD5-F6BA-16AF-4A21EEDC5031}"/>
              </a:ext>
            </a:extLst>
          </p:cNvPr>
          <p:cNvSpPr txBox="1"/>
          <p:nvPr/>
        </p:nvSpPr>
        <p:spPr>
          <a:xfrm>
            <a:off x="970895" y="1382405"/>
            <a:ext cx="1823084" cy="1015622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60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B4</a:t>
            </a:r>
            <a:endParaRPr sz="6000" b="1" dirty="0">
              <a:solidFill>
                <a:srgbClr val="202E5E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KoPubWorld바탕체 Medium"/>
              <a:sym typeface="NanumGothic ExtraBold"/>
            </a:endParaRPr>
          </a:p>
        </p:txBody>
      </p:sp>
      <p:sp>
        <p:nvSpPr>
          <p:cNvPr id="273" name="Text 6">
            <a:extLst>
              <a:ext uri="{FF2B5EF4-FFF2-40B4-BE49-F238E27FC236}">
                <a16:creationId xmlns:a16="http://schemas.microsoft.com/office/drawing/2014/main" id="{C6008149-4E1D-E5F8-379C-40E202DCD183}"/>
              </a:ext>
            </a:extLst>
          </p:cNvPr>
          <p:cNvSpPr txBox="1"/>
          <p:nvPr/>
        </p:nvSpPr>
        <p:spPr>
          <a:xfrm>
            <a:off x="3880091" y="2493305"/>
            <a:ext cx="13871829" cy="6031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3694"/>
              </a:lnSpc>
            </a:pPr>
            <a:r>
              <a:rPr lang="en-US" altLang="ko-KR" sz="2638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AI가</a:t>
            </a:r>
            <a:r>
              <a:rPr lang="en-US" altLang="ko-KR" sz="2638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2638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DB에</a:t>
            </a:r>
            <a:r>
              <a:rPr lang="en-US" altLang="ko-KR" sz="2638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2638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</a:t>
            </a:r>
            <a:r>
              <a:rPr lang="en-US" altLang="ko-KR" sz="2638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2638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접근하지</a:t>
            </a:r>
            <a:r>
              <a:rPr lang="en-US" altLang="ko-KR" sz="2638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2638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않고</a:t>
            </a:r>
            <a:r>
              <a:rPr lang="en-US" altLang="ko-KR" sz="2638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altLang="ko-KR" sz="2638" dirty="0" err="1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필요한</a:t>
            </a:r>
            <a:r>
              <a:rPr lang="en-US" altLang="ko-KR" sz="2638" dirty="0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2638" dirty="0" err="1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기능만</a:t>
            </a:r>
            <a:r>
              <a:rPr lang="en-US" altLang="ko-KR" sz="2638" dirty="0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2638" dirty="0" err="1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도구</a:t>
            </a:r>
            <a:r>
              <a:rPr lang="en-US" altLang="ko-KR" sz="2638" dirty="0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(Tool)로 </a:t>
            </a:r>
            <a:r>
              <a:rPr lang="en-US" altLang="ko-KR" sz="2638" dirty="0" err="1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</a:t>
            </a:r>
            <a:r>
              <a:rPr lang="en-US" altLang="ko-KR" sz="2638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하도록</a:t>
            </a:r>
            <a:r>
              <a:rPr lang="en-US" altLang="ko-KR" sz="2638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2638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구성</a:t>
            </a:r>
            <a:endParaRPr lang="en-US" altLang="ko-KR" sz="2638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50E74D00-5C9C-2DD2-A23A-3C583AECEC79}"/>
              </a:ext>
            </a:extLst>
          </p:cNvPr>
          <p:cNvSpPr/>
          <p:nvPr/>
        </p:nvSpPr>
        <p:spPr>
          <a:xfrm>
            <a:off x="1340273" y="2923738"/>
            <a:ext cx="17946260" cy="510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694"/>
              </a:lnSpc>
            </a:pPr>
            <a:endParaRPr lang="en-US" sz="2638" dirty="0"/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87C72840-D22F-F773-9413-79802E97AB2E}"/>
              </a:ext>
            </a:extLst>
          </p:cNvPr>
          <p:cNvSpPr/>
          <p:nvPr/>
        </p:nvSpPr>
        <p:spPr>
          <a:xfrm>
            <a:off x="1345509" y="3733105"/>
            <a:ext cx="10376647" cy="5895272"/>
          </a:xfrm>
          <a:prstGeom prst="roundRect">
            <a:avLst>
              <a:gd name="adj" fmla="val 2753"/>
            </a:avLst>
          </a:pr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/>
          <a:lstStyle/>
          <a:p>
            <a:endParaRPr lang="ko-KR" altLang="en-US" sz="4894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E9349382-EEFB-FFE3-69A1-EB8B55B1CBA7}"/>
              </a:ext>
            </a:extLst>
          </p:cNvPr>
          <p:cNvSpPr/>
          <p:nvPr/>
        </p:nvSpPr>
        <p:spPr>
          <a:xfrm>
            <a:off x="1685813" y="4073408"/>
            <a:ext cx="9986921" cy="4438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166"/>
              </a:lnSpc>
            </a:pPr>
            <a:r>
              <a:rPr lang="en-US" sz="2638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도구 11개</a:t>
            </a:r>
            <a:endParaRPr lang="en-US" sz="2638" dirty="0"/>
          </a:p>
        </p:txBody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C35FC58A-431F-071E-0604-C90B2EEB32C3}"/>
              </a:ext>
            </a:extLst>
          </p:cNvPr>
          <p:cNvSpPr/>
          <p:nvPr/>
        </p:nvSpPr>
        <p:spPr>
          <a:xfrm>
            <a:off x="1685813" y="4663867"/>
            <a:ext cx="9986921" cy="393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70"/>
              </a:lnSpc>
            </a:pPr>
            <a:r>
              <a:rPr lang="en-US" sz="1979" b="1" dirty="0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이벤트 · 7개</a:t>
            </a:r>
            <a:endParaRPr lang="en-US" sz="1979" dirty="0"/>
          </a:p>
        </p:txBody>
      </p:sp>
      <p:sp>
        <p:nvSpPr>
          <p:cNvPr id="26" name="Text 6">
            <a:extLst>
              <a:ext uri="{FF2B5EF4-FFF2-40B4-BE49-F238E27FC236}">
                <a16:creationId xmlns:a16="http://schemas.microsoft.com/office/drawing/2014/main" id="{F94A9EA3-E708-A57B-6CA6-FD2FAAE52D34}"/>
              </a:ext>
            </a:extLst>
          </p:cNvPr>
          <p:cNvSpPr/>
          <p:nvPr/>
        </p:nvSpPr>
        <p:spPr>
          <a:xfrm>
            <a:off x="1685812" y="5204100"/>
            <a:ext cx="1703318" cy="561174"/>
          </a:xfrm>
          <a:prstGeom prst="roundRect">
            <a:avLst>
              <a:gd name="adj" fmla="val 18659"/>
            </a:avLst>
          </a:prstGeom>
          <a:solidFill>
            <a:srgbClr val="E3F0E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 이벤트</a:t>
            </a:r>
            <a:endParaRPr lang="en-US" sz="1979" dirty="0"/>
          </a:p>
        </p:txBody>
      </p:sp>
      <p:sp>
        <p:nvSpPr>
          <p:cNvPr id="30" name="Text 7">
            <a:extLst>
              <a:ext uri="{FF2B5EF4-FFF2-40B4-BE49-F238E27FC236}">
                <a16:creationId xmlns:a16="http://schemas.microsoft.com/office/drawing/2014/main" id="{E29B8C84-7E0C-5988-4616-64E56555298E}"/>
              </a:ext>
            </a:extLst>
          </p:cNvPr>
          <p:cNvSpPr/>
          <p:nvPr/>
        </p:nvSpPr>
        <p:spPr>
          <a:xfrm>
            <a:off x="3514781" y="5204100"/>
            <a:ext cx="1954619" cy="561174"/>
          </a:xfrm>
          <a:prstGeom prst="roundRect">
            <a:avLst>
              <a:gd name="adj" fmla="val 18659"/>
            </a:avLst>
          </a:prstGeom>
          <a:solidFill>
            <a:srgbClr val="E3F0E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날짜별 이벤트</a:t>
            </a:r>
            <a:endParaRPr lang="en-US" sz="1979" dirty="0"/>
          </a:p>
        </p:txBody>
      </p:sp>
      <p:sp>
        <p:nvSpPr>
          <p:cNvPr id="226" name="Text 8">
            <a:extLst>
              <a:ext uri="{FF2B5EF4-FFF2-40B4-BE49-F238E27FC236}">
                <a16:creationId xmlns:a16="http://schemas.microsoft.com/office/drawing/2014/main" id="{915C4A7D-0036-A5E6-082F-C62EA948FE94}"/>
              </a:ext>
            </a:extLst>
          </p:cNvPr>
          <p:cNvSpPr/>
          <p:nvPr/>
        </p:nvSpPr>
        <p:spPr>
          <a:xfrm>
            <a:off x="5595052" y="5204100"/>
            <a:ext cx="1703318" cy="561174"/>
          </a:xfrm>
          <a:prstGeom prst="roundRect">
            <a:avLst>
              <a:gd name="adj" fmla="val 18659"/>
            </a:avLst>
          </a:prstGeom>
          <a:solidFill>
            <a:srgbClr val="E3F0E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방문자 기록</a:t>
            </a:r>
            <a:endParaRPr lang="en-US" sz="1979" dirty="0"/>
          </a:p>
        </p:txBody>
      </p:sp>
      <p:sp>
        <p:nvSpPr>
          <p:cNvPr id="230" name="Text 9">
            <a:extLst>
              <a:ext uri="{FF2B5EF4-FFF2-40B4-BE49-F238E27FC236}">
                <a16:creationId xmlns:a16="http://schemas.microsoft.com/office/drawing/2014/main" id="{FE25461B-3C07-D039-D9FF-E4C1C0986F45}"/>
              </a:ext>
            </a:extLst>
          </p:cNvPr>
          <p:cNvSpPr/>
          <p:nvPr/>
        </p:nvSpPr>
        <p:spPr>
          <a:xfrm>
            <a:off x="7424021" y="5204100"/>
            <a:ext cx="1703318" cy="561174"/>
          </a:xfrm>
          <a:prstGeom prst="roundRect">
            <a:avLst>
              <a:gd name="adj" fmla="val 18659"/>
            </a:avLst>
          </a:prstGeom>
          <a:solidFill>
            <a:srgbClr val="E3F0E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 이벤트</a:t>
            </a:r>
            <a:endParaRPr lang="en-US" sz="1979" dirty="0"/>
          </a:p>
        </p:txBody>
      </p:sp>
      <p:sp>
        <p:nvSpPr>
          <p:cNvPr id="234" name="Text 10">
            <a:extLst>
              <a:ext uri="{FF2B5EF4-FFF2-40B4-BE49-F238E27FC236}">
                <a16:creationId xmlns:a16="http://schemas.microsoft.com/office/drawing/2014/main" id="{0515A1EF-D8E2-D1A8-FCFF-6D3CF6729F06}"/>
              </a:ext>
            </a:extLst>
          </p:cNvPr>
          <p:cNvSpPr/>
          <p:nvPr/>
        </p:nvSpPr>
        <p:spPr>
          <a:xfrm>
            <a:off x="9252991" y="5204100"/>
            <a:ext cx="1452017" cy="561174"/>
          </a:xfrm>
          <a:prstGeom prst="roundRect">
            <a:avLst>
              <a:gd name="adj" fmla="val 18659"/>
            </a:avLst>
          </a:prstGeom>
          <a:solidFill>
            <a:srgbClr val="E3F0E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하루 요약</a:t>
            </a:r>
            <a:endParaRPr lang="en-US" sz="1979" dirty="0"/>
          </a:p>
        </p:txBody>
      </p:sp>
      <p:sp>
        <p:nvSpPr>
          <p:cNvPr id="238" name="Text 11">
            <a:extLst>
              <a:ext uri="{FF2B5EF4-FFF2-40B4-BE49-F238E27FC236}">
                <a16:creationId xmlns:a16="http://schemas.microsoft.com/office/drawing/2014/main" id="{E6D0D989-13F5-ED83-F607-85842DB75852}"/>
              </a:ext>
            </a:extLst>
          </p:cNvPr>
          <p:cNvSpPr/>
          <p:nvPr/>
        </p:nvSpPr>
        <p:spPr>
          <a:xfrm>
            <a:off x="1685812" y="5890924"/>
            <a:ext cx="1452017" cy="561174"/>
          </a:xfrm>
          <a:prstGeom prst="roundRect">
            <a:avLst>
              <a:gd name="adj" fmla="val 18659"/>
            </a:avLst>
          </a:prstGeom>
          <a:solidFill>
            <a:srgbClr val="E3F0E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주간 요약</a:t>
            </a:r>
            <a:endParaRPr lang="en-US" sz="1979" dirty="0"/>
          </a:p>
        </p:txBody>
      </p:sp>
      <p:sp>
        <p:nvSpPr>
          <p:cNvPr id="244" name="Text 12">
            <a:extLst>
              <a:ext uri="{FF2B5EF4-FFF2-40B4-BE49-F238E27FC236}">
                <a16:creationId xmlns:a16="http://schemas.microsoft.com/office/drawing/2014/main" id="{0C7404A1-2910-F626-77D2-159193A43D0F}"/>
              </a:ext>
            </a:extLst>
          </p:cNvPr>
          <p:cNvSpPr/>
          <p:nvPr/>
        </p:nvSpPr>
        <p:spPr>
          <a:xfrm>
            <a:off x="3263480" y="5890924"/>
            <a:ext cx="2540989" cy="561174"/>
          </a:xfrm>
          <a:prstGeom prst="roundRect">
            <a:avLst>
              <a:gd name="adj" fmla="val 18659"/>
            </a:avLst>
          </a:prstGeom>
          <a:solidFill>
            <a:srgbClr val="E3F0E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녹화·녹음 불러오기</a:t>
            </a:r>
            <a:endParaRPr lang="en-US" sz="1979" dirty="0"/>
          </a:p>
        </p:txBody>
      </p:sp>
      <p:sp>
        <p:nvSpPr>
          <p:cNvPr id="252" name="Text 13">
            <a:extLst>
              <a:ext uri="{FF2B5EF4-FFF2-40B4-BE49-F238E27FC236}">
                <a16:creationId xmlns:a16="http://schemas.microsoft.com/office/drawing/2014/main" id="{B2114D2E-B3DA-D689-C168-FF307D38C0DA}"/>
              </a:ext>
            </a:extLst>
          </p:cNvPr>
          <p:cNvSpPr/>
          <p:nvPr/>
        </p:nvSpPr>
        <p:spPr>
          <a:xfrm>
            <a:off x="1685813" y="6724341"/>
            <a:ext cx="9986921" cy="393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70"/>
              </a:lnSpc>
            </a:pPr>
            <a:r>
              <a:rPr lang="en-US" sz="1979" b="1" dirty="0" err="1">
                <a:solidFill>
                  <a:srgbClr val="8A5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카메라</a:t>
            </a:r>
            <a:r>
              <a:rPr lang="en-US" sz="1979" b="1" dirty="0">
                <a:solidFill>
                  <a:srgbClr val="8A5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ko-KR" altLang="en-US" sz="1979" b="1" dirty="0">
                <a:solidFill>
                  <a:srgbClr val="8A5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마이크</a:t>
            </a:r>
            <a:r>
              <a:rPr lang="en-US" sz="1979" b="1" dirty="0">
                <a:solidFill>
                  <a:srgbClr val="8A5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4개</a:t>
            </a:r>
            <a:endParaRPr lang="en-US" sz="1979" dirty="0"/>
          </a:p>
        </p:txBody>
      </p:sp>
      <p:sp>
        <p:nvSpPr>
          <p:cNvPr id="256" name="Text 14">
            <a:extLst>
              <a:ext uri="{FF2B5EF4-FFF2-40B4-BE49-F238E27FC236}">
                <a16:creationId xmlns:a16="http://schemas.microsoft.com/office/drawing/2014/main" id="{7B307A27-21D7-30CD-07A4-AD81D9643023}"/>
              </a:ext>
            </a:extLst>
          </p:cNvPr>
          <p:cNvSpPr/>
          <p:nvPr/>
        </p:nvSpPr>
        <p:spPr>
          <a:xfrm>
            <a:off x="1685811" y="7264574"/>
            <a:ext cx="3154269" cy="561174"/>
          </a:xfrm>
          <a:prstGeom prst="roundRect">
            <a:avLst>
              <a:gd name="adj" fmla="val 18659"/>
            </a:avLst>
          </a:prstGeom>
          <a:solidFill>
            <a:srgbClr val="F7EBD3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카메라</a:t>
            </a: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ko-KR" alt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마이크</a:t>
            </a: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상태</a:t>
            </a:r>
            <a:endParaRPr lang="en-US" sz="1979" dirty="0"/>
          </a:p>
        </p:txBody>
      </p:sp>
      <p:sp>
        <p:nvSpPr>
          <p:cNvPr id="260" name="Text 15">
            <a:extLst>
              <a:ext uri="{FF2B5EF4-FFF2-40B4-BE49-F238E27FC236}">
                <a16:creationId xmlns:a16="http://schemas.microsoft.com/office/drawing/2014/main" id="{0BC3D280-1568-F1B8-523C-529421529185}"/>
              </a:ext>
            </a:extLst>
          </p:cNvPr>
          <p:cNvSpPr/>
          <p:nvPr/>
        </p:nvSpPr>
        <p:spPr>
          <a:xfrm>
            <a:off x="4965734" y="7264574"/>
            <a:ext cx="1452017" cy="561174"/>
          </a:xfrm>
          <a:prstGeom prst="roundRect">
            <a:avLst>
              <a:gd name="adj" fmla="val 18659"/>
            </a:avLst>
          </a:prstGeom>
          <a:solidFill>
            <a:srgbClr val="F7EBD3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기기 목록</a:t>
            </a:r>
            <a:endParaRPr lang="en-US" sz="1979" dirty="0"/>
          </a:p>
        </p:txBody>
      </p:sp>
      <p:sp>
        <p:nvSpPr>
          <p:cNvPr id="264" name="Text 16">
            <a:extLst>
              <a:ext uri="{FF2B5EF4-FFF2-40B4-BE49-F238E27FC236}">
                <a16:creationId xmlns:a16="http://schemas.microsoft.com/office/drawing/2014/main" id="{06021509-6CEE-7D08-2DE2-26E443BAA166}"/>
              </a:ext>
            </a:extLst>
          </p:cNvPr>
          <p:cNvSpPr/>
          <p:nvPr/>
        </p:nvSpPr>
        <p:spPr>
          <a:xfrm>
            <a:off x="6543404" y="7264574"/>
            <a:ext cx="2024481" cy="561174"/>
          </a:xfrm>
          <a:prstGeom prst="roundRect">
            <a:avLst>
              <a:gd name="adj" fmla="val 18659"/>
            </a:avLst>
          </a:prstGeom>
          <a:solidFill>
            <a:srgbClr val="F7EBD3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지금 화면 촬영</a:t>
            </a:r>
            <a:endParaRPr lang="en-US" sz="1979" dirty="0"/>
          </a:p>
        </p:txBody>
      </p:sp>
      <p:sp>
        <p:nvSpPr>
          <p:cNvPr id="268" name="Text 17">
            <a:extLst>
              <a:ext uri="{FF2B5EF4-FFF2-40B4-BE49-F238E27FC236}">
                <a16:creationId xmlns:a16="http://schemas.microsoft.com/office/drawing/2014/main" id="{69436337-88D0-8253-BF18-98F68BA14A66}"/>
              </a:ext>
            </a:extLst>
          </p:cNvPr>
          <p:cNvSpPr/>
          <p:nvPr/>
        </p:nvSpPr>
        <p:spPr>
          <a:xfrm>
            <a:off x="8693534" y="7264574"/>
            <a:ext cx="1452017" cy="561174"/>
          </a:xfrm>
          <a:prstGeom prst="roundRect">
            <a:avLst>
              <a:gd name="adj" fmla="val 18659"/>
            </a:avLst>
          </a:prstGeom>
          <a:solidFill>
            <a:srgbClr val="F7EBD3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최근 캡처</a:t>
            </a:r>
            <a:endParaRPr lang="en-US" sz="1979" dirty="0"/>
          </a:p>
        </p:txBody>
      </p:sp>
      <p:sp>
        <p:nvSpPr>
          <p:cNvPr id="271" name="Shape 18">
            <a:extLst>
              <a:ext uri="{FF2B5EF4-FFF2-40B4-BE49-F238E27FC236}">
                <a16:creationId xmlns:a16="http://schemas.microsoft.com/office/drawing/2014/main" id="{BB55FA1B-EC5A-72A4-10C4-05EF71C3C5B5}"/>
              </a:ext>
            </a:extLst>
          </p:cNvPr>
          <p:cNvSpPr/>
          <p:nvPr/>
        </p:nvSpPr>
        <p:spPr>
          <a:xfrm>
            <a:off x="12062460" y="3727869"/>
            <a:ext cx="6701367" cy="1826023"/>
          </a:xfrm>
          <a:prstGeom prst="roundRect">
            <a:avLst>
              <a:gd name="adj" fmla="val 9175"/>
            </a:avLst>
          </a:prstGeom>
          <a:solidFill>
            <a:srgbClr val="13233A"/>
          </a:solidFill>
          <a:ln/>
        </p:spPr>
        <p:txBody>
          <a:bodyPr/>
          <a:lstStyle/>
          <a:p>
            <a:endParaRPr lang="ko-KR" altLang="en-US" sz="4894"/>
          </a:p>
        </p:txBody>
      </p:sp>
      <p:sp>
        <p:nvSpPr>
          <p:cNvPr id="274" name="Text 19">
            <a:extLst>
              <a:ext uri="{FF2B5EF4-FFF2-40B4-BE49-F238E27FC236}">
                <a16:creationId xmlns:a16="http://schemas.microsoft.com/office/drawing/2014/main" id="{BCFF2D8C-371B-427D-C90B-8622A54A7AC9}"/>
              </a:ext>
            </a:extLst>
          </p:cNvPr>
          <p:cNvSpPr/>
          <p:nvPr/>
        </p:nvSpPr>
        <p:spPr>
          <a:xfrm>
            <a:off x="12397528" y="4021054"/>
            <a:ext cx="6212167" cy="422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001"/>
              </a:lnSpc>
            </a:pPr>
            <a:r>
              <a:rPr lang="en-US" sz="2144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· Model Context Protocol</a:t>
            </a:r>
            <a:endParaRPr lang="en-US" sz="2144" dirty="0"/>
          </a:p>
        </p:txBody>
      </p:sp>
      <p:sp>
        <p:nvSpPr>
          <p:cNvPr id="276" name="Text 20">
            <a:extLst>
              <a:ext uri="{FF2B5EF4-FFF2-40B4-BE49-F238E27FC236}">
                <a16:creationId xmlns:a16="http://schemas.microsoft.com/office/drawing/2014/main" id="{C9ADF833-CF90-5984-9EE6-FFCE6783F0B9}"/>
              </a:ext>
            </a:extLst>
          </p:cNvPr>
          <p:cNvSpPr/>
          <p:nvPr/>
        </p:nvSpPr>
        <p:spPr>
          <a:xfrm>
            <a:off x="12397528" y="4506804"/>
            <a:ext cx="6212167" cy="795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968"/>
              </a:lnSpc>
            </a:pPr>
            <a:r>
              <a:rPr lang="en-US" sz="1979" dirty="0">
                <a:solidFill>
                  <a:srgbClr val="D5D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AI가 외부 데이터나 기능을 쓰기 위한 규칙 — 여러 AI 서비스에서 같은 방식으로 도구 사용 가능</a:t>
            </a:r>
            <a:endParaRPr lang="en-US" sz="1979" dirty="0"/>
          </a:p>
        </p:txBody>
      </p:sp>
      <p:sp>
        <p:nvSpPr>
          <p:cNvPr id="278" name="Text 21">
            <a:extLst>
              <a:ext uri="{FF2B5EF4-FFF2-40B4-BE49-F238E27FC236}">
                <a16:creationId xmlns:a16="http://schemas.microsoft.com/office/drawing/2014/main" id="{E874165D-0B05-8B04-06DC-F3099301725B}"/>
              </a:ext>
            </a:extLst>
          </p:cNvPr>
          <p:cNvSpPr/>
          <p:nvPr/>
        </p:nvSpPr>
        <p:spPr>
          <a:xfrm>
            <a:off x="12062460" y="5805194"/>
            <a:ext cx="6902408" cy="4188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968"/>
              </a:lnSpc>
            </a:pPr>
            <a:r>
              <a:rPr lang="en-US" sz="2474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사용한 이유</a:t>
            </a:r>
            <a:endParaRPr lang="en-US" sz="2474" dirty="0"/>
          </a:p>
        </p:txBody>
      </p:sp>
      <p:pic>
        <p:nvPicPr>
          <p:cNvPr id="280" name="Image 0" descr="Wrench">
            <a:extLst>
              <a:ext uri="{FF2B5EF4-FFF2-40B4-BE49-F238E27FC236}">
                <a16:creationId xmlns:a16="http://schemas.microsoft.com/office/drawing/2014/main" id="{566FFCAB-638D-EE5F-B269-50F8F778AD2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2062460" y="6391563"/>
            <a:ext cx="376952" cy="376952"/>
          </a:xfrm>
          <a:prstGeom prst="rect">
            <a:avLst/>
          </a:prstGeom>
        </p:spPr>
      </p:pic>
      <p:sp>
        <p:nvSpPr>
          <p:cNvPr id="282" name="Text 22">
            <a:extLst>
              <a:ext uri="{FF2B5EF4-FFF2-40B4-BE49-F238E27FC236}">
                <a16:creationId xmlns:a16="http://schemas.microsoft.com/office/drawing/2014/main" id="{89A6970E-F3C8-A94F-992B-DE619BEEC379}"/>
              </a:ext>
            </a:extLst>
          </p:cNvPr>
          <p:cNvSpPr/>
          <p:nvPr/>
        </p:nvSpPr>
        <p:spPr>
          <a:xfrm>
            <a:off x="12606946" y="6397782"/>
            <a:ext cx="6341587" cy="4062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869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도구 추가가 쉬움</a:t>
            </a:r>
            <a:endParaRPr lang="en-US" sz="1979" dirty="0"/>
          </a:p>
        </p:txBody>
      </p:sp>
      <p:pic>
        <p:nvPicPr>
          <p:cNvPr id="284" name="Image 1" descr="Lightbulb">
            <a:extLst>
              <a:ext uri="{FF2B5EF4-FFF2-40B4-BE49-F238E27FC236}">
                <a16:creationId xmlns:a16="http://schemas.microsoft.com/office/drawing/2014/main" id="{260C47F5-4E83-287D-B36A-9CBB2538D6A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2062460" y="7153811"/>
            <a:ext cx="376952" cy="376952"/>
          </a:xfrm>
          <a:prstGeom prst="rect">
            <a:avLst/>
          </a:prstGeom>
        </p:spPr>
      </p:pic>
      <p:sp>
        <p:nvSpPr>
          <p:cNvPr id="286" name="Text 23">
            <a:extLst>
              <a:ext uri="{FF2B5EF4-FFF2-40B4-BE49-F238E27FC236}">
                <a16:creationId xmlns:a16="http://schemas.microsoft.com/office/drawing/2014/main" id="{0FBA525D-C169-CF52-9E7D-6577D0780152}"/>
              </a:ext>
            </a:extLst>
          </p:cNvPr>
          <p:cNvSpPr/>
          <p:nvPr/>
        </p:nvSpPr>
        <p:spPr>
          <a:xfrm>
            <a:off x="12606946" y="6977933"/>
            <a:ext cx="6341587" cy="770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869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미리 정한 질문이 아니라, AI가 질문을 분석해 도구를 선택</a:t>
            </a:r>
            <a:endParaRPr lang="en-US" sz="1979" dirty="0"/>
          </a:p>
        </p:txBody>
      </p:sp>
      <p:pic>
        <p:nvPicPr>
          <p:cNvPr id="288" name="Image 2" descr="Link">
            <a:extLst>
              <a:ext uri="{FF2B5EF4-FFF2-40B4-BE49-F238E27FC236}">
                <a16:creationId xmlns:a16="http://schemas.microsoft.com/office/drawing/2014/main" id="{700569F2-DB12-9404-9C80-7233D325DB5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2062460" y="7916060"/>
            <a:ext cx="376952" cy="376952"/>
          </a:xfrm>
          <a:prstGeom prst="rect">
            <a:avLst/>
          </a:prstGeom>
        </p:spPr>
      </p:pic>
      <p:sp>
        <p:nvSpPr>
          <p:cNvPr id="290" name="Text 24">
            <a:extLst>
              <a:ext uri="{FF2B5EF4-FFF2-40B4-BE49-F238E27FC236}">
                <a16:creationId xmlns:a16="http://schemas.microsoft.com/office/drawing/2014/main" id="{A9CA1E27-2280-E18E-3191-A2DC9524DCB4}"/>
              </a:ext>
            </a:extLst>
          </p:cNvPr>
          <p:cNvSpPr/>
          <p:nvPr/>
        </p:nvSpPr>
        <p:spPr>
          <a:xfrm>
            <a:off x="12606946" y="7922277"/>
            <a:ext cx="6341587" cy="4062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869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기능과 채팅 로직의 분리</a:t>
            </a:r>
            <a:endParaRPr lang="en-US" sz="1979" dirty="0"/>
          </a:p>
        </p:txBody>
      </p:sp>
    </p:spTree>
    <p:extLst>
      <p:ext uri="{BB962C8B-B14F-4D97-AF65-F5344CB8AC3E}">
        <p14:creationId xmlns:p14="http://schemas.microsoft.com/office/powerpoint/2010/main" val="2550981929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7E08F-E0B5-70D6-A787-6CBB78C5A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">
            <a:extLst>
              <a:ext uri="{FF2B5EF4-FFF2-40B4-BE49-F238E27FC236}">
                <a16:creationId xmlns:a16="http://schemas.microsoft.com/office/drawing/2014/main" id="{A89888D7-075E-9E06-86EF-0CD761CC8D2D}"/>
              </a:ext>
            </a:extLst>
          </p:cNvPr>
          <p:cNvSpPr/>
          <p:nvPr/>
        </p:nvSpPr>
        <p:spPr>
          <a:xfrm>
            <a:off x="-2" y="3682350"/>
            <a:ext cx="20104100" cy="3535052"/>
          </a:xfrm>
          <a:custGeom>
            <a:avLst/>
            <a:gdLst/>
            <a:ahLst/>
            <a:cxnLst/>
            <a:rect l="l" t="t" r="r" b="b"/>
            <a:pathLst>
              <a:path w="20104100" h="11308715" extrusionOk="0">
                <a:moveTo>
                  <a:pt x="20104100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100" y="11308556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0" name="Google Shape;50;p1">
            <a:extLst>
              <a:ext uri="{FF2B5EF4-FFF2-40B4-BE49-F238E27FC236}">
                <a16:creationId xmlns:a16="http://schemas.microsoft.com/office/drawing/2014/main" id="{68DE6071-5D94-4FC8-0C9E-870D3F3749E6}"/>
              </a:ext>
            </a:extLst>
          </p:cNvPr>
          <p:cNvSpPr/>
          <p:nvPr/>
        </p:nvSpPr>
        <p:spPr>
          <a:xfrm>
            <a:off x="83735" y="3850384"/>
            <a:ext cx="872907" cy="939209"/>
          </a:xfrm>
          <a:custGeom>
            <a:avLst/>
            <a:gdLst/>
            <a:ahLst/>
            <a:cxnLst/>
            <a:rect l="l" t="t" r="r" b="b"/>
            <a:pathLst>
              <a:path w="2731135" h="2731770" extrusionOk="0">
                <a:moveTo>
                  <a:pt x="2730903" y="0"/>
                </a:moveTo>
                <a:lnTo>
                  <a:pt x="6408" y="0"/>
                </a:lnTo>
                <a:lnTo>
                  <a:pt x="0" y="6646"/>
                </a:lnTo>
                <a:lnTo>
                  <a:pt x="0" y="1820778"/>
                </a:lnTo>
                <a:lnTo>
                  <a:pt x="910137" y="1820778"/>
                </a:lnTo>
                <a:lnTo>
                  <a:pt x="910137" y="2731217"/>
                </a:lnTo>
                <a:lnTo>
                  <a:pt x="2725600" y="2731217"/>
                </a:lnTo>
                <a:lnTo>
                  <a:pt x="2730903" y="2726354"/>
                </a:lnTo>
                <a:lnTo>
                  <a:pt x="2730903" y="0"/>
                </a:lnTo>
                <a:close/>
              </a:path>
            </a:pathLst>
          </a:custGeom>
          <a:solidFill>
            <a:srgbClr val="202E5E"/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1" name="Google Shape;51;p1">
            <a:extLst>
              <a:ext uri="{FF2B5EF4-FFF2-40B4-BE49-F238E27FC236}">
                <a16:creationId xmlns:a16="http://schemas.microsoft.com/office/drawing/2014/main" id="{8CC431D5-3750-113B-9184-CC3575972657}"/>
              </a:ext>
            </a:extLst>
          </p:cNvPr>
          <p:cNvSpPr/>
          <p:nvPr/>
        </p:nvSpPr>
        <p:spPr>
          <a:xfrm>
            <a:off x="83735" y="6089284"/>
            <a:ext cx="868373" cy="940012"/>
          </a:xfrm>
          <a:custGeom>
            <a:avLst/>
            <a:gdLst/>
            <a:ahLst/>
            <a:cxnLst/>
            <a:rect l="l" t="t" r="r" b="b"/>
            <a:pathLst>
              <a:path w="2714625" h="2731770" extrusionOk="0">
                <a:moveTo>
                  <a:pt x="2708950" y="0"/>
                </a:moveTo>
                <a:lnTo>
                  <a:pt x="0" y="0"/>
                </a:lnTo>
                <a:lnTo>
                  <a:pt x="0" y="2731217"/>
                </a:lnTo>
                <a:lnTo>
                  <a:pt x="2708485" y="2731217"/>
                </a:lnTo>
                <a:lnTo>
                  <a:pt x="2714102" y="2725286"/>
                </a:lnTo>
                <a:lnTo>
                  <a:pt x="2714102" y="1820778"/>
                </a:lnTo>
                <a:lnTo>
                  <a:pt x="1803688" y="1820778"/>
                </a:lnTo>
                <a:lnTo>
                  <a:pt x="1803688" y="910288"/>
                </a:lnTo>
                <a:lnTo>
                  <a:pt x="2714102" y="910288"/>
                </a:lnTo>
                <a:lnTo>
                  <a:pt x="2714102" y="5076"/>
                </a:lnTo>
                <a:lnTo>
                  <a:pt x="2708950" y="0"/>
                </a:lnTo>
                <a:close/>
              </a:path>
            </a:pathLst>
          </a:custGeom>
          <a:solidFill>
            <a:srgbClr val="202E5E"/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6" name="Google Shape;56;p1">
            <a:extLst>
              <a:ext uri="{FF2B5EF4-FFF2-40B4-BE49-F238E27FC236}">
                <a16:creationId xmlns:a16="http://schemas.microsoft.com/office/drawing/2014/main" id="{E4027E47-8580-1624-70B7-9BBCC059C621}"/>
              </a:ext>
            </a:extLst>
          </p:cNvPr>
          <p:cNvSpPr/>
          <p:nvPr/>
        </p:nvSpPr>
        <p:spPr>
          <a:xfrm>
            <a:off x="83735" y="4967088"/>
            <a:ext cx="872907" cy="944701"/>
          </a:xfrm>
          <a:custGeom>
            <a:avLst/>
            <a:gdLst/>
            <a:ahLst/>
            <a:cxnLst/>
            <a:rect l="l" t="t" r="r" b="b"/>
            <a:pathLst>
              <a:path w="2245995" h="2245359" extrusionOk="0">
                <a:moveTo>
                  <a:pt x="2239910" y="0"/>
                </a:moveTo>
                <a:lnTo>
                  <a:pt x="2233427" y="0"/>
                </a:lnTo>
                <a:lnTo>
                  <a:pt x="5340" y="0"/>
                </a:lnTo>
                <a:lnTo>
                  <a:pt x="0" y="5490"/>
                </a:lnTo>
                <a:lnTo>
                  <a:pt x="0" y="2245263"/>
                </a:lnTo>
                <a:lnTo>
                  <a:pt x="583471" y="2245263"/>
                </a:lnTo>
                <a:lnTo>
                  <a:pt x="1122726" y="1496813"/>
                </a:lnTo>
                <a:lnTo>
                  <a:pt x="1662169" y="2245263"/>
                </a:lnTo>
                <a:lnTo>
                  <a:pt x="2245401" y="2245263"/>
                </a:lnTo>
                <a:lnTo>
                  <a:pt x="2245401" y="5490"/>
                </a:lnTo>
                <a:lnTo>
                  <a:pt x="2239910" y="0"/>
                </a:lnTo>
                <a:close/>
              </a:path>
            </a:pathLst>
          </a:custGeom>
          <a:solidFill>
            <a:srgbClr val="202E5E">
              <a:alpha val="98000"/>
            </a:srgbClr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17" name="Google Shape;53;p1">
            <a:extLst>
              <a:ext uri="{FF2B5EF4-FFF2-40B4-BE49-F238E27FC236}">
                <a16:creationId xmlns:a16="http://schemas.microsoft.com/office/drawing/2014/main" id="{FC3A6EC0-05FE-52A2-D93E-E991BE5C3327}"/>
              </a:ext>
            </a:extLst>
          </p:cNvPr>
          <p:cNvSpPr txBox="1"/>
          <p:nvPr/>
        </p:nvSpPr>
        <p:spPr>
          <a:xfrm>
            <a:off x="4176396" y="4654628"/>
            <a:ext cx="11751304" cy="156962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9600" b="1" dirty="0">
                <a:solidFill>
                  <a:schemeClr val="bg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</a:t>
            </a:r>
            <a:endParaRPr lang="en-US" altLang="ko-KR" sz="9600" b="1" dirty="0">
              <a:solidFill>
                <a:schemeClr val="bg1"/>
              </a:solidFill>
              <a:latin typeface="KoPubWorld바탕체 Bold"/>
              <a:ea typeface="KoPubWorld바탕체 Bold"/>
              <a:cs typeface="KoPubWorld바탕체 Bold"/>
              <a:sym typeface="NanumGothic ExtraBold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3CA07A6-AD54-CF03-DC66-F28E127C2A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012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2A89D-4B66-8E58-F997-B8AAA4954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">
            <a:extLst>
              <a:ext uri="{FF2B5EF4-FFF2-40B4-BE49-F238E27FC236}">
                <a16:creationId xmlns:a16="http://schemas.microsoft.com/office/drawing/2014/main" id="{26CD1387-7ED5-3FE7-5CD8-B2B614CB54BD}"/>
              </a:ext>
            </a:extLst>
          </p:cNvPr>
          <p:cNvSpPr/>
          <p:nvPr/>
        </p:nvSpPr>
        <p:spPr>
          <a:xfrm>
            <a:off x="-2" y="3682350"/>
            <a:ext cx="20104100" cy="3535052"/>
          </a:xfrm>
          <a:custGeom>
            <a:avLst/>
            <a:gdLst/>
            <a:ahLst/>
            <a:cxnLst/>
            <a:rect l="l" t="t" r="r" b="b"/>
            <a:pathLst>
              <a:path w="20104100" h="11308715" extrusionOk="0">
                <a:moveTo>
                  <a:pt x="20104100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100" y="11308556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0" name="Google Shape;50;p1">
            <a:extLst>
              <a:ext uri="{FF2B5EF4-FFF2-40B4-BE49-F238E27FC236}">
                <a16:creationId xmlns:a16="http://schemas.microsoft.com/office/drawing/2014/main" id="{9A877A18-6D40-5EC5-64F9-3033EDC80419}"/>
              </a:ext>
            </a:extLst>
          </p:cNvPr>
          <p:cNvSpPr/>
          <p:nvPr/>
        </p:nvSpPr>
        <p:spPr>
          <a:xfrm>
            <a:off x="83735" y="3850384"/>
            <a:ext cx="872907" cy="939209"/>
          </a:xfrm>
          <a:custGeom>
            <a:avLst/>
            <a:gdLst/>
            <a:ahLst/>
            <a:cxnLst/>
            <a:rect l="l" t="t" r="r" b="b"/>
            <a:pathLst>
              <a:path w="2731135" h="2731770" extrusionOk="0">
                <a:moveTo>
                  <a:pt x="2730903" y="0"/>
                </a:moveTo>
                <a:lnTo>
                  <a:pt x="6408" y="0"/>
                </a:lnTo>
                <a:lnTo>
                  <a:pt x="0" y="6646"/>
                </a:lnTo>
                <a:lnTo>
                  <a:pt x="0" y="1820778"/>
                </a:lnTo>
                <a:lnTo>
                  <a:pt x="910137" y="1820778"/>
                </a:lnTo>
                <a:lnTo>
                  <a:pt x="910137" y="2731217"/>
                </a:lnTo>
                <a:lnTo>
                  <a:pt x="2725600" y="2731217"/>
                </a:lnTo>
                <a:lnTo>
                  <a:pt x="2730903" y="2726354"/>
                </a:lnTo>
                <a:lnTo>
                  <a:pt x="2730903" y="0"/>
                </a:lnTo>
                <a:close/>
              </a:path>
            </a:pathLst>
          </a:custGeom>
          <a:solidFill>
            <a:srgbClr val="202E5E"/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1" name="Google Shape;51;p1">
            <a:extLst>
              <a:ext uri="{FF2B5EF4-FFF2-40B4-BE49-F238E27FC236}">
                <a16:creationId xmlns:a16="http://schemas.microsoft.com/office/drawing/2014/main" id="{2F6F16B4-35CA-2FF8-4F74-36EB00D0B4BA}"/>
              </a:ext>
            </a:extLst>
          </p:cNvPr>
          <p:cNvSpPr/>
          <p:nvPr/>
        </p:nvSpPr>
        <p:spPr>
          <a:xfrm>
            <a:off x="83735" y="6089284"/>
            <a:ext cx="868373" cy="940012"/>
          </a:xfrm>
          <a:custGeom>
            <a:avLst/>
            <a:gdLst/>
            <a:ahLst/>
            <a:cxnLst/>
            <a:rect l="l" t="t" r="r" b="b"/>
            <a:pathLst>
              <a:path w="2714625" h="2731770" extrusionOk="0">
                <a:moveTo>
                  <a:pt x="2708950" y="0"/>
                </a:moveTo>
                <a:lnTo>
                  <a:pt x="0" y="0"/>
                </a:lnTo>
                <a:lnTo>
                  <a:pt x="0" y="2731217"/>
                </a:lnTo>
                <a:lnTo>
                  <a:pt x="2708485" y="2731217"/>
                </a:lnTo>
                <a:lnTo>
                  <a:pt x="2714102" y="2725286"/>
                </a:lnTo>
                <a:lnTo>
                  <a:pt x="2714102" y="1820778"/>
                </a:lnTo>
                <a:lnTo>
                  <a:pt x="1803688" y="1820778"/>
                </a:lnTo>
                <a:lnTo>
                  <a:pt x="1803688" y="910288"/>
                </a:lnTo>
                <a:lnTo>
                  <a:pt x="2714102" y="910288"/>
                </a:lnTo>
                <a:lnTo>
                  <a:pt x="2714102" y="5076"/>
                </a:lnTo>
                <a:lnTo>
                  <a:pt x="2708950" y="0"/>
                </a:lnTo>
                <a:close/>
              </a:path>
            </a:pathLst>
          </a:custGeom>
          <a:solidFill>
            <a:srgbClr val="202E5E"/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6" name="Google Shape;56;p1">
            <a:extLst>
              <a:ext uri="{FF2B5EF4-FFF2-40B4-BE49-F238E27FC236}">
                <a16:creationId xmlns:a16="http://schemas.microsoft.com/office/drawing/2014/main" id="{0EE3B0FB-B3E8-B456-290D-88C5B999211A}"/>
              </a:ext>
            </a:extLst>
          </p:cNvPr>
          <p:cNvSpPr/>
          <p:nvPr/>
        </p:nvSpPr>
        <p:spPr>
          <a:xfrm>
            <a:off x="83735" y="4967088"/>
            <a:ext cx="872907" cy="944701"/>
          </a:xfrm>
          <a:custGeom>
            <a:avLst/>
            <a:gdLst/>
            <a:ahLst/>
            <a:cxnLst/>
            <a:rect l="l" t="t" r="r" b="b"/>
            <a:pathLst>
              <a:path w="2245995" h="2245359" extrusionOk="0">
                <a:moveTo>
                  <a:pt x="2239910" y="0"/>
                </a:moveTo>
                <a:lnTo>
                  <a:pt x="2233427" y="0"/>
                </a:lnTo>
                <a:lnTo>
                  <a:pt x="5340" y="0"/>
                </a:lnTo>
                <a:lnTo>
                  <a:pt x="0" y="5490"/>
                </a:lnTo>
                <a:lnTo>
                  <a:pt x="0" y="2245263"/>
                </a:lnTo>
                <a:lnTo>
                  <a:pt x="583471" y="2245263"/>
                </a:lnTo>
                <a:lnTo>
                  <a:pt x="1122726" y="1496813"/>
                </a:lnTo>
                <a:lnTo>
                  <a:pt x="1662169" y="2245263"/>
                </a:lnTo>
                <a:lnTo>
                  <a:pt x="2245401" y="2245263"/>
                </a:lnTo>
                <a:lnTo>
                  <a:pt x="2245401" y="5490"/>
                </a:lnTo>
                <a:lnTo>
                  <a:pt x="2239910" y="0"/>
                </a:lnTo>
                <a:close/>
              </a:path>
            </a:pathLst>
          </a:custGeom>
          <a:solidFill>
            <a:srgbClr val="202E5E">
              <a:alpha val="98000"/>
            </a:srgbClr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17" name="Google Shape;53;p1">
            <a:extLst>
              <a:ext uri="{FF2B5EF4-FFF2-40B4-BE49-F238E27FC236}">
                <a16:creationId xmlns:a16="http://schemas.microsoft.com/office/drawing/2014/main" id="{A3C7A6C0-AA2E-FCBC-10C0-66C5734F48E2}"/>
              </a:ext>
            </a:extLst>
          </p:cNvPr>
          <p:cNvSpPr txBox="1"/>
          <p:nvPr/>
        </p:nvSpPr>
        <p:spPr>
          <a:xfrm>
            <a:off x="4176396" y="4654628"/>
            <a:ext cx="11751304" cy="156962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9600" b="1" dirty="0">
                <a:solidFill>
                  <a:schemeClr val="bg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</a:t>
            </a:r>
            <a:endParaRPr lang="en-US" altLang="ko-KR" sz="9600" b="1" dirty="0">
              <a:solidFill>
                <a:schemeClr val="bg1"/>
              </a:solidFill>
              <a:latin typeface="KoPubWorld바탕체 Bold"/>
              <a:ea typeface="KoPubWorld바탕체 Bold"/>
              <a:cs typeface="KoPubWorld바탕체 Bold"/>
              <a:sym typeface="NanumGothic ExtraBold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9BFCDBE-297B-4BB0-E747-24D8A109386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311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CDF46-30A0-1410-FD45-5493B620E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">
            <a:extLst>
              <a:ext uri="{FF2B5EF4-FFF2-40B4-BE49-F238E27FC236}">
                <a16:creationId xmlns:a16="http://schemas.microsoft.com/office/drawing/2014/main" id="{CD28B9A1-778D-992E-B30C-3853345B91BF}"/>
              </a:ext>
            </a:extLst>
          </p:cNvPr>
          <p:cNvSpPr/>
          <p:nvPr/>
        </p:nvSpPr>
        <p:spPr>
          <a:xfrm>
            <a:off x="5241" y="-140724"/>
            <a:ext cx="20104100" cy="11450074"/>
          </a:xfrm>
          <a:custGeom>
            <a:avLst/>
            <a:gdLst/>
            <a:ahLst/>
            <a:cxnLst/>
            <a:rect l="l" t="t" r="r" b="b"/>
            <a:pathLst>
              <a:path w="20104100" h="11308715" extrusionOk="0">
                <a:moveTo>
                  <a:pt x="20104100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100" y="11308556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0" name="Google Shape;50;p1">
            <a:extLst>
              <a:ext uri="{FF2B5EF4-FFF2-40B4-BE49-F238E27FC236}">
                <a16:creationId xmlns:a16="http://schemas.microsoft.com/office/drawing/2014/main" id="{1ACB68CA-859A-364A-34A2-32F29A972CA9}"/>
              </a:ext>
            </a:extLst>
          </p:cNvPr>
          <p:cNvSpPr/>
          <p:nvPr/>
        </p:nvSpPr>
        <p:spPr>
          <a:xfrm>
            <a:off x="-1109" y="690304"/>
            <a:ext cx="2731135" cy="2731770"/>
          </a:xfrm>
          <a:custGeom>
            <a:avLst/>
            <a:gdLst/>
            <a:ahLst/>
            <a:cxnLst/>
            <a:rect l="l" t="t" r="r" b="b"/>
            <a:pathLst>
              <a:path w="2731135" h="2731770" extrusionOk="0">
                <a:moveTo>
                  <a:pt x="2730903" y="0"/>
                </a:moveTo>
                <a:lnTo>
                  <a:pt x="6408" y="0"/>
                </a:lnTo>
                <a:lnTo>
                  <a:pt x="0" y="6646"/>
                </a:lnTo>
                <a:lnTo>
                  <a:pt x="0" y="1820778"/>
                </a:lnTo>
                <a:lnTo>
                  <a:pt x="910137" y="1820778"/>
                </a:lnTo>
                <a:lnTo>
                  <a:pt x="910137" y="2731217"/>
                </a:lnTo>
                <a:lnTo>
                  <a:pt x="2725600" y="2731217"/>
                </a:lnTo>
                <a:lnTo>
                  <a:pt x="2730903" y="2726354"/>
                </a:lnTo>
                <a:lnTo>
                  <a:pt x="2730903" y="0"/>
                </a:lnTo>
                <a:close/>
              </a:path>
            </a:pathLst>
          </a:custGeom>
          <a:solidFill>
            <a:srgbClr val="202E5E"/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1" name="Google Shape;51;p1">
            <a:extLst>
              <a:ext uri="{FF2B5EF4-FFF2-40B4-BE49-F238E27FC236}">
                <a16:creationId xmlns:a16="http://schemas.microsoft.com/office/drawing/2014/main" id="{0C3EAB2C-0D40-9B6A-AC2C-84BBA4E115C1}"/>
              </a:ext>
            </a:extLst>
          </p:cNvPr>
          <p:cNvSpPr/>
          <p:nvPr/>
        </p:nvSpPr>
        <p:spPr>
          <a:xfrm>
            <a:off x="5241" y="7871799"/>
            <a:ext cx="2714625" cy="2731770"/>
          </a:xfrm>
          <a:custGeom>
            <a:avLst/>
            <a:gdLst/>
            <a:ahLst/>
            <a:cxnLst/>
            <a:rect l="l" t="t" r="r" b="b"/>
            <a:pathLst>
              <a:path w="2714625" h="2731770" extrusionOk="0">
                <a:moveTo>
                  <a:pt x="2708950" y="0"/>
                </a:moveTo>
                <a:lnTo>
                  <a:pt x="0" y="0"/>
                </a:lnTo>
                <a:lnTo>
                  <a:pt x="0" y="2731217"/>
                </a:lnTo>
                <a:lnTo>
                  <a:pt x="2708485" y="2731217"/>
                </a:lnTo>
                <a:lnTo>
                  <a:pt x="2714102" y="2725286"/>
                </a:lnTo>
                <a:lnTo>
                  <a:pt x="2714102" y="1820778"/>
                </a:lnTo>
                <a:lnTo>
                  <a:pt x="1803688" y="1820778"/>
                </a:lnTo>
                <a:lnTo>
                  <a:pt x="1803688" y="910288"/>
                </a:lnTo>
                <a:lnTo>
                  <a:pt x="2714102" y="910288"/>
                </a:lnTo>
                <a:lnTo>
                  <a:pt x="2714102" y="5076"/>
                </a:lnTo>
                <a:lnTo>
                  <a:pt x="2708950" y="0"/>
                </a:lnTo>
                <a:close/>
              </a:path>
            </a:pathLst>
          </a:custGeom>
          <a:solidFill>
            <a:srgbClr val="202E5E"/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3" name="Google Shape;53;p1">
            <a:extLst>
              <a:ext uri="{FF2B5EF4-FFF2-40B4-BE49-F238E27FC236}">
                <a16:creationId xmlns:a16="http://schemas.microsoft.com/office/drawing/2014/main" id="{C13408EE-F4E8-1A44-8C17-D3F1FF043DDB}"/>
              </a:ext>
            </a:extLst>
          </p:cNvPr>
          <p:cNvSpPr txBox="1"/>
          <p:nvPr/>
        </p:nvSpPr>
        <p:spPr>
          <a:xfrm>
            <a:off x="4176397" y="8317441"/>
            <a:ext cx="14417095" cy="1938952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4000" b="1" dirty="0">
                <a:solidFill>
                  <a:schemeClr val="lt1"/>
                </a:solidFill>
                <a:latin typeface="KoPubWorld바탕체 Medium"/>
                <a:ea typeface="KoPubWorld바탕체 Medium"/>
                <a:cs typeface="KoPubWorld바탕체 Medium"/>
                <a:sym typeface="Calibri"/>
              </a:rPr>
              <a:t>알람</a:t>
            </a:r>
            <a:r>
              <a:rPr lang="en-US" altLang="ko-KR" sz="4000" b="1" dirty="0" err="1">
                <a:solidFill>
                  <a:schemeClr val="lt1"/>
                </a:solidFill>
                <a:latin typeface="KoPubWorld바탕체 Medium"/>
                <a:ea typeface="KoPubWorld바탕체 Medium"/>
                <a:cs typeface="KoPubWorld바탕체 Medium"/>
                <a:sym typeface="Calibri"/>
              </a:rPr>
              <a:t>i</a:t>
            </a:r>
            <a:endParaRPr lang="en-US" altLang="ko-KR" sz="4000" b="1" dirty="0">
              <a:solidFill>
                <a:schemeClr val="lt1"/>
              </a:solidFill>
              <a:latin typeface="KoPubWorld바탕체 Medium"/>
              <a:ea typeface="KoPubWorld바탕체 Medium"/>
              <a:cs typeface="KoPubWorld바탕체 Medium"/>
              <a:sym typeface="Calibri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4000" b="1" dirty="0">
                <a:solidFill>
                  <a:schemeClr val="lt1"/>
                </a:solidFill>
                <a:latin typeface="KoPubWorld바탕체 Medium"/>
                <a:ea typeface="KoPubWorld바탕체 Medium"/>
                <a:cs typeface="KoPubWorld바탕체 Medium"/>
                <a:sym typeface="Calibri"/>
              </a:rPr>
              <a:t>22101443 </a:t>
            </a:r>
            <a:r>
              <a:rPr lang="ko-KR" altLang="en-US" sz="4000" b="1" dirty="0" err="1">
                <a:solidFill>
                  <a:schemeClr val="lt1"/>
                </a:solidFill>
                <a:latin typeface="KoPubWorld바탕체 Medium"/>
                <a:ea typeface="KoPubWorld바탕체 Medium"/>
                <a:cs typeface="KoPubWorld바탕체 Medium"/>
                <a:sym typeface="Calibri"/>
              </a:rPr>
              <a:t>양소희</a:t>
            </a:r>
            <a:r>
              <a:rPr lang="ko-KR" altLang="en-US" sz="4000" b="1" dirty="0">
                <a:solidFill>
                  <a:schemeClr val="lt1"/>
                </a:solidFill>
                <a:latin typeface="KoPubWorld바탕체 Medium"/>
                <a:ea typeface="KoPubWorld바탕체 Medium"/>
                <a:cs typeface="KoPubWorld바탕체 Medium"/>
                <a:sym typeface="Calibri"/>
              </a:rPr>
              <a:t> 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4000" b="1" dirty="0">
                <a:solidFill>
                  <a:schemeClr val="lt1"/>
                </a:solidFill>
                <a:latin typeface="KoPubWorld바탕체 Medium"/>
                <a:ea typeface="KoPubWorld바탕체 Medium"/>
                <a:cs typeface="KoPubWorld바탕체 Medium"/>
                <a:sym typeface="Calibri"/>
              </a:rPr>
              <a:t>20101491 </a:t>
            </a:r>
            <a:r>
              <a:rPr lang="ko-KR" altLang="en-US" sz="4000" b="1" dirty="0">
                <a:solidFill>
                  <a:schemeClr val="lt1"/>
                </a:solidFill>
                <a:latin typeface="KoPubWorld바탕체 Medium"/>
                <a:ea typeface="KoPubWorld바탕체 Medium"/>
                <a:cs typeface="KoPubWorld바탕체 Medium"/>
                <a:sym typeface="Calibri"/>
              </a:rPr>
              <a:t>김태훈</a:t>
            </a:r>
          </a:p>
        </p:txBody>
      </p:sp>
      <p:sp>
        <p:nvSpPr>
          <p:cNvPr id="54" name="Google Shape;54;p1">
            <a:extLst>
              <a:ext uri="{FF2B5EF4-FFF2-40B4-BE49-F238E27FC236}">
                <a16:creationId xmlns:a16="http://schemas.microsoft.com/office/drawing/2014/main" id="{0B28C466-4BBD-52DA-99F8-C52F2517501D}"/>
              </a:ext>
            </a:extLst>
          </p:cNvPr>
          <p:cNvSpPr txBox="1"/>
          <p:nvPr/>
        </p:nvSpPr>
        <p:spPr>
          <a:xfrm>
            <a:off x="15717484" y="711992"/>
            <a:ext cx="785346" cy="430887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2200" b="1">
                <a:solidFill>
                  <a:srgbClr val="202E5E"/>
                </a:solidFill>
                <a:latin typeface="KoPubWorld바탕체 Medium"/>
                <a:ea typeface="KoPubWorld바탕체 Medium"/>
                <a:cs typeface="KoPubWorld바탕체 Medium"/>
                <a:sym typeface="NanumGothic ExtraBold"/>
              </a:rPr>
              <a:t>강좌</a:t>
            </a:r>
            <a:endParaRPr sz="2200" b="1">
              <a:solidFill>
                <a:srgbClr val="202E5E"/>
              </a:solidFill>
              <a:latin typeface="KoPubWorld바탕체 Medium"/>
              <a:ea typeface="KoPubWorld바탕체 Medium"/>
              <a:cs typeface="KoPubWorld바탕체 Medium"/>
              <a:sym typeface="NanumGothic ExtraBold"/>
            </a:endParaRPr>
          </a:p>
        </p:txBody>
      </p:sp>
      <p:sp>
        <p:nvSpPr>
          <p:cNvPr id="55" name="Google Shape;55;p1">
            <a:extLst>
              <a:ext uri="{FF2B5EF4-FFF2-40B4-BE49-F238E27FC236}">
                <a16:creationId xmlns:a16="http://schemas.microsoft.com/office/drawing/2014/main" id="{AAA9F337-7103-3CD3-D541-394CB2FE4859}"/>
              </a:ext>
            </a:extLst>
          </p:cNvPr>
          <p:cNvSpPr txBox="1"/>
          <p:nvPr/>
        </p:nvSpPr>
        <p:spPr>
          <a:xfrm>
            <a:off x="15459765" y="1291640"/>
            <a:ext cx="1364952" cy="430847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2200" b="1">
                <a:solidFill>
                  <a:srgbClr val="202E5E"/>
                </a:solidFill>
                <a:latin typeface="KoPubWorld바탕체 Medium"/>
                <a:ea typeface="KoPubWorld바탕체 Medium"/>
                <a:cs typeface="KoPubWorld바탕체 Medium"/>
                <a:sym typeface="NanumGothic ExtraBold"/>
              </a:rPr>
              <a:t>담당교수</a:t>
            </a:r>
            <a:endParaRPr sz="2200" b="1">
              <a:solidFill>
                <a:srgbClr val="202E5E"/>
              </a:solidFill>
              <a:latin typeface="KoPubWorld바탕체 Medium"/>
              <a:ea typeface="KoPubWorld바탕체 Medium"/>
              <a:cs typeface="KoPubWorld바탕체 Medium"/>
              <a:sym typeface="NanumGothic ExtraBold"/>
            </a:endParaRPr>
          </a:p>
        </p:txBody>
      </p:sp>
      <p:sp>
        <p:nvSpPr>
          <p:cNvPr id="56" name="Google Shape;56;p1">
            <a:extLst>
              <a:ext uri="{FF2B5EF4-FFF2-40B4-BE49-F238E27FC236}">
                <a16:creationId xmlns:a16="http://schemas.microsoft.com/office/drawing/2014/main" id="{CC591321-4E84-FB45-EC39-20EAB33ECCEA}"/>
              </a:ext>
            </a:extLst>
          </p:cNvPr>
          <p:cNvSpPr/>
          <p:nvPr/>
        </p:nvSpPr>
        <p:spPr>
          <a:xfrm>
            <a:off x="-1109" y="4272576"/>
            <a:ext cx="2714625" cy="2731135"/>
          </a:xfrm>
          <a:custGeom>
            <a:avLst/>
            <a:gdLst/>
            <a:ahLst/>
            <a:cxnLst/>
            <a:rect l="l" t="t" r="r" b="b"/>
            <a:pathLst>
              <a:path w="2245995" h="2245359" extrusionOk="0">
                <a:moveTo>
                  <a:pt x="2239910" y="0"/>
                </a:moveTo>
                <a:lnTo>
                  <a:pt x="2233427" y="0"/>
                </a:lnTo>
                <a:lnTo>
                  <a:pt x="5340" y="0"/>
                </a:lnTo>
                <a:lnTo>
                  <a:pt x="0" y="5490"/>
                </a:lnTo>
                <a:lnTo>
                  <a:pt x="0" y="2245263"/>
                </a:lnTo>
                <a:lnTo>
                  <a:pt x="583471" y="2245263"/>
                </a:lnTo>
                <a:lnTo>
                  <a:pt x="1122726" y="1496813"/>
                </a:lnTo>
                <a:lnTo>
                  <a:pt x="1662169" y="2245263"/>
                </a:lnTo>
                <a:lnTo>
                  <a:pt x="2245401" y="2245263"/>
                </a:lnTo>
                <a:lnTo>
                  <a:pt x="2245401" y="5490"/>
                </a:lnTo>
                <a:lnTo>
                  <a:pt x="2239910" y="0"/>
                </a:lnTo>
                <a:close/>
              </a:path>
            </a:pathLst>
          </a:custGeom>
          <a:solidFill>
            <a:srgbClr val="202E5E">
              <a:alpha val="98000"/>
            </a:srgbClr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F3B50A5-6634-EC7D-21A2-5247A80E1F57}"/>
              </a:ext>
            </a:extLst>
          </p:cNvPr>
          <p:cNvSpPr/>
          <p:nvPr/>
        </p:nvSpPr>
        <p:spPr>
          <a:xfrm>
            <a:off x="18973800" y="8321040"/>
            <a:ext cx="152400" cy="18994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1" lang="ko-Kore-KR" altLang="en-US"/>
          </a:p>
        </p:txBody>
      </p:sp>
      <p:sp>
        <p:nvSpPr>
          <p:cNvPr id="15" name="Google Shape;55;p1">
            <a:extLst>
              <a:ext uri="{FF2B5EF4-FFF2-40B4-BE49-F238E27FC236}">
                <a16:creationId xmlns:a16="http://schemas.microsoft.com/office/drawing/2014/main" id="{DE25FD11-AB3A-00E3-F0B7-509378E810D6}"/>
              </a:ext>
            </a:extLst>
          </p:cNvPr>
          <p:cNvSpPr txBox="1"/>
          <p:nvPr/>
        </p:nvSpPr>
        <p:spPr>
          <a:xfrm>
            <a:off x="15724546" y="1824301"/>
            <a:ext cx="1364952" cy="430847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2200" b="1">
                <a:solidFill>
                  <a:srgbClr val="202E5E"/>
                </a:solidFill>
                <a:latin typeface="KoPubWorld바탕체 Medium"/>
                <a:ea typeface="KoPubWorld바탕체 Medium"/>
                <a:cs typeface="KoPubWorld바탕체 Medium"/>
                <a:sym typeface="NanumGothic ExtraBold"/>
              </a:rPr>
              <a:t>조원</a:t>
            </a:r>
            <a:endParaRPr sz="2200" b="1">
              <a:solidFill>
                <a:srgbClr val="202E5E"/>
              </a:solidFill>
              <a:latin typeface="KoPubWorld바탕체 Medium"/>
              <a:ea typeface="KoPubWorld바탕체 Medium"/>
              <a:cs typeface="KoPubWorld바탕체 Medium"/>
              <a:sym typeface="NanumGothic ExtraBold"/>
            </a:endParaRPr>
          </a:p>
        </p:txBody>
      </p:sp>
      <p:sp>
        <p:nvSpPr>
          <p:cNvPr id="17" name="Google Shape;53;p1">
            <a:extLst>
              <a:ext uri="{FF2B5EF4-FFF2-40B4-BE49-F238E27FC236}">
                <a16:creationId xmlns:a16="http://schemas.microsoft.com/office/drawing/2014/main" id="{96E592DB-611B-3483-E58B-DEE476BF9653}"/>
              </a:ext>
            </a:extLst>
          </p:cNvPr>
          <p:cNvSpPr txBox="1"/>
          <p:nvPr/>
        </p:nvSpPr>
        <p:spPr>
          <a:xfrm>
            <a:off x="4176397" y="3422074"/>
            <a:ext cx="11751304" cy="3416279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7200" b="1" dirty="0">
                <a:solidFill>
                  <a:schemeClr val="lt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</a:rPr>
              <a:t>Q &amp; A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altLang="ko-KR" sz="7200" b="1" dirty="0">
              <a:solidFill>
                <a:schemeClr val="lt1"/>
              </a:solidFill>
              <a:latin typeface="KoPubWorld바탕체 Bold"/>
              <a:ea typeface="KoPubWorld바탕체 Bold"/>
              <a:cs typeface="KoPubWorld바탕체 Bold"/>
              <a:sym typeface="NanumGothic ExtraBol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7200" b="1" dirty="0">
                <a:solidFill>
                  <a:schemeClr val="lt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</a:rPr>
              <a:t>감사합니다</a:t>
            </a:r>
            <a:endParaRPr lang="en-US" altLang="ko-KR" sz="7200" b="1" dirty="0">
              <a:solidFill>
                <a:schemeClr val="lt1"/>
              </a:solidFill>
              <a:latin typeface="KoPubWorld바탕체 Bold"/>
              <a:ea typeface="KoPubWorld바탕체 Bold"/>
              <a:cs typeface="KoPubWorld바탕체 Bold"/>
              <a:sym typeface="NanumGothic ExtraBold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C4B5E45-B9C9-1D66-1839-8E341363FE4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853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96841-CCEA-1E38-848D-A8B5CE282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">
            <a:extLst>
              <a:ext uri="{FF2B5EF4-FFF2-40B4-BE49-F238E27FC236}">
                <a16:creationId xmlns:a16="http://schemas.microsoft.com/office/drawing/2014/main" id="{CE62FAEC-6F29-7E65-EB6D-414312D86B2C}"/>
              </a:ext>
            </a:extLst>
          </p:cNvPr>
          <p:cNvSpPr/>
          <p:nvPr/>
        </p:nvSpPr>
        <p:spPr>
          <a:xfrm>
            <a:off x="0" y="0"/>
            <a:ext cx="20104100" cy="638810"/>
          </a:xfrm>
          <a:custGeom>
            <a:avLst/>
            <a:gdLst/>
            <a:ahLst/>
            <a:cxnLst/>
            <a:rect l="l" t="t" r="r" b="b"/>
            <a:pathLst>
              <a:path w="20104100" h="638810" extrusionOk="0">
                <a:moveTo>
                  <a:pt x="20104100" y="0"/>
                </a:moveTo>
                <a:lnTo>
                  <a:pt x="0" y="0"/>
                </a:lnTo>
                <a:lnTo>
                  <a:pt x="0" y="638757"/>
                </a:lnTo>
                <a:lnTo>
                  <a:pt x="20104100" y="638757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3" name="Google Shape;243;p11">
            <a:extLst>
              <a:ext uri="{FF2B5EF4-FFF2-40B4-BE49-F238E27FC236}">
                <a16:creationId xmlns:a16="http://schemas.microsoft.com/office/drawing/2014/main" id="{6458DB1D-BAAA-61F3-2C81-87512509B221}"/>
              </a:ext>
            </a:extLst>
          </p:cNvPr>
          <p:cNvSpPr/>
          <p:nvPr/>
        </p:nvSpPr>
        <p:spPr>
          <a:xfrm>
            <a:off x="3788697" y="2398027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5" name="Google Shape;245;p11">
            <a:extLst>
              <a:ext uri="{FF2B5EF4-FFF2-40B4-BE49-F238E27FC236}">
                <a16:creationId xmlns:a16="http://schemas.microsoft.com/office/drawing/2014/main" id="{B7C8B546-C1E9-C235-78B3-1909B090BC07}"/>
              </a:ext>
            </a:extLst>
          </p:cNvPr>
          <p:cNvSpPr/>
          <p:nvPr/>
        </p:nvSpPr>
        <p:spPr>
          <a:xfrm>
            <a:off x="3788698" y="10263851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grpSp>
        <p:nvGrpSpPr>
          <p:cNvPr id="247" name="Google Shape;247;p11">
            <a:extLst>
              <a:ext uri="{FF2B5EF4-FFF2-40B4-BE49-F238E27FC236}">
                <a16:creationId xmlns:a16="http://schemas.microsoft.com/office/drawing/2014/main" id="{683C813C-DCB1-531F-91AB-F2467243A4D1}"/>
              </a:ext>
            </a:extLst>
          </p:cNvPr>
          <p:cNvGrpSpPr/>
          <p:nvPr/>
        </p:nvGrpSpPr>
        <p:grpSpPr>
          <a:xfrm>
            <a:off x="0" y="11183232"/>
            <a:ext cx="20104644" cy="125730"/>
            <a:chOff x="0" y="11183232"/>
            <a:chExt cx="20104644" cy="125730"/>
          </a:xfrm>
        </p:grpSpPr>
        <p:sp>
          <p:nvSpPr>
            <p:cNvPr id="248" name="Google Shape;248;p11">
              <a:extLst>
                <a:ext uri="{FF2B5EF4-FFF2-40B4-BE49-F238E27FC236}">
                  <a16:creationId xmlns:a16="http://schemas.microsoft.com/office/drawing/2014/main" id="{26D72421-FAF8-63BA-6944-614D781A38F3}"/>
                </a:ext>
              </a:extLst>
            </p:cNvPr>
            <p:cNvSpPr/>
            <p:nvPr/>
          </p:nvSpPr>
          <p:spPr>
            <a:xfrm>
              <a:off x="0" y="11183232"/>
              <a:ext cx="15770225" cy="125730"/>
            </a:xfrm>
            <a:custGeom>
              <a:avLst/>
              <a:gdLst/>
              <a:ahLst/>
              <a:cxnLst/>
              <a:rect l="l" t="t" r="r" b="b"/>
              <a:pathLst>
                <a:path w="15770225" h="125729" extrusionOk="0">
                  <a:moveTo>
                    <a:pt x="0" y="125323"/>
                  </a:moveTo>
                  <a:lnTo>
                    <a:pt x="15770133" y="125323"/>
                  </a:lnTo>
                  <a:lnTo>
                    <a:pt x="15770133" y="0"/>
                  </a:lnTo>
                  <a:lnTo>
                    <a:pt x="0" y="0"/>
                  </a:lnTo>
                  <a:lnTo>
                    <a:pt x="0" y="125323"/>
                  </a:lnTo>
                  <a:close/>
                </a:path>
              </a:pathLst>
            </a:custGeom>
            <a:solidFill>
              <a:srgbClr val="202E5E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  <p:sp>
          <p:nvSpPr>
            <p:cNvPr id="249" name="Google Shape;249;p11">
              <a:extLst>
                <a:ext uri="{FF2B5EF4-FFF2-40B4-BE49-F238E27FC236}">
                  <a16:creationId xmlns:a16="http://schemas.microsoft.com/office/drawing/2014/main" id="{1968F6A0-12E3-F6C7-6DF3-990F9452D9ED}"/>
                </a:ext>
              </a:extLst>
            </p:cNvPr>
            <p:cNvSpPr/>
            <p:nvPr/>
          </p:nvSpPr>
          <p:spPr>
            <a:xfrm>
              <a:off x="15770133" y="11183609"/>
              <a:ext cx="4334510" cy="125095"/>
            </a:xfrm>
            <a:custGeom>
              <a:avLst/>
              <a:gdLst/>
              <a:ahLst/>
              <a:cxnLst/>
              <a:rect l="l" t="t" r="r" b="b"/>
              <a:pathLst>
                <a:path w="4334509" h="125095" extrusionOk="0">
                  <a:moveTo>
                    <a:pt x="0" y="124946"/>
                  </a:moveTo>
                  <a:lnTo>
                    <a:pt x="0" y="0"/>
                  </a:lnTo>
                  <a:lnTo>
                    <a:pt x="4333965" y="0"/>
                  </a:lnTo>
                  <a:lnTo>
                    <a:pt x="4333965" y="124946"/>
                  </a:lnTo>
                  <a:lnTo>
                    <a:pt x="0" y="124946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</p:grpSp>
      <p:sp>
        <p:nvSpPr>
          <p:cNvPr id="15" name="Google Shape;250;p11">
            <a:extLst>
              <a:ext uri="{FF2B5EF4-FFF2-40B4-BE49-F238E27FC236}">
                <a16:creationId xmlns:a16="http://schemas.microsoft.com/office/drawing/2014/main" id="{E90F9E9B-408A-6AAB-35BD-69D410ADB420}"/>
              </a:ext>
            </a:extLst>
          </p:cNvPr>
          <p:cNvSpPr txBox="1"/>
          <p:nvPr/>
        </p:nvSpPr>
        <p:spPr>
          <a:xfrm>
            <a:off x="3788697" y="1332639"/>
            <a:ext cx="13812747" cy="830956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lvl="0">
              <a:defRPr/>
            </a:pPr>
            <a:r>
              <a:rPr lang="ko-KR" altLang="en-US" sz="48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음성 이벤트 감지</a:t>
            </a: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A36153C9-B3CF-1131-39CE-615B81D5F0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pic>
        <p:nvPicPr>
          <p:cNvPr id="23" name="Google Shape;246;p11">
            <a:extLst>
              <a:ext uri="{FF2B5EF4-FFF2-40B4-BE49-F238E27FC236}">
                <a16:creationId xmlns:a16="http://schemas.microsoft.com/office/drawing/2014/main" id="{0340A5AD-CF93-7CCC-C0CA-E6E545FFB30E}"/>
              </a:ext>
            </a:extLst>
          </p:cNvPr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16544767" y="10517438"/>
            <a:ext cx="2113354" cy="29679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242;p11">
            <a:extLst>
              <a:ext uri="{FF2B5EF4-FFF2-40B4-BE49-F238E27FC236}">
                <a16:creationId xmlns:a16="http://schemas.microsoft.com/office/drawing/2014/main" id="{D3EAE77B-0754-1614-75A0-9847276A47C0}"/>
              </a:ext>
            </a:extLst>
          </p:cNvPr>
          <p:cNvSpPr/>
          <p:nvPr/>
        </p:nvSpPr>
        <p:spPr>
          <a:xfrm>
            <a:off x="970895" y="1072291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32" name="Google Shape;244;p11">
            <a:extLst>
              <a:ext uri="{FF2B5EF4-FFF2-40B4-BE49-F238E27FC236}">
                <a16:creationId xmlns:a16="http://schemas.microsoft.com/office/drawing/2014/main" id="{D14F4197-6B63-9357-B58C-C16A47ABE3ED}"/>
              </a:ext>
            </a:extLst>
          </p:cNvPr>
          <p:cNvSpPr/>
          <p:nvPr/>
        </p:nvSpPr>
        <p:spPr>
          <a:xfrm>
            <a:off x="970895" y="2831510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34" name="Google Shape;250;p11">
            <a:extLst>
              <a:ext uri="{FF2B5EF4-FFF2-40B4-BE49-F238E27FC236}">
                <a16:creationId xmlns:a16="http://schemas.microsoft.com/office/drawing/2014/main" id="{3CDEC929-6454-D50A-28A6-C656809A9BEC}"/>
              </a:ext>
            </a:extLst>
          </p:cNvPr>
          <p:cNvSpPr txBox="1"/>
          <p:nvPr/>
        </p:nvSpPr>
        <p:spPr>
          <a:xfrm>
            <a:off x="970895" y="1382405"/>
            <a:ext cx="1823084" cy="1015622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60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E2</a:t>
            </a:r>
            <a:endParaRPr sz="6000" b="1" dirty="0">
              <a:solidFill>
                <a:srgbClr val="202E5E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KoPubWorld바탕체 Medium"/>
              <a:sym typeface="NanumGothic ExtraBold"/>
            </a:endParaRPr>
          </a:p>
        </p:txBody>
      </p:sp>
      <p:sp>
        <p:nvSpPr>
          <p:cNvPr id="255" name="Text 2">
            <a:extLst>
              <a:ext uri="{FF2B5EF4-FFF2-40B4-BE49-F238E27FC236}">
                <a16:creationId xmlns:a16="http://schemas.microsoft.com/office/drawing/2014/main" id="{CB8FEB07-7622-E8F5-9406-EB241C6BB76A}"/>
              </a:ext>
            </a:extLst>
          </p:cNvPr>
          <p:cNvSpPr/>
          <p:nvPr/>
        </p:nvSpPr>
        <p:spPr>
          <a:xfrm>
            <a:off x="1239804" y="3385875"/>
            <a:ext cx="2086651" cy="697295"/>
          </a:xfrm>
          <a:custGeom>
            <a:avLst/>
            <a:gdLst/>
            <a:ahLst/>
            <a:cxnLst/>
            <a:rect l="l" t="t" r="r" b="b"/>
            <a:pathLst>
              <a:path w="1265436" h="422870">
                <a:moveTo>
                  <a:pt x="73025" y="0"/>
                </a:moveTo>
                <a:lnTo>
                  <a:pt x="1192411" y="0"/>
                </a:lnTo>
                <a:arcTo wR="73025" hR="73025" stAng="16200000" swAng="5400000"/>
                <a:lnTo>
                  <a:pt x="1265436" y="349845"/>
                </a:lnTo>
                <a:arcTo wR="73025" hR="73025" stAng="0" swAng="5400000"/>
                <a:lnTo>
                  <a:pt x="73025" y="422870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 wrap="square" lIns="47119" tIns="172770" rIns="47119" bIns="130886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마이크 입력</a:t>
            </a:r>
            <a:endParaRPr lang="en-US" sz="1979" dirty="0"/>
          </a:p>
        </p:txBody>
      </p:sp>
      <p:pic>
        <p:nvPicPr>
          <p:cNvPr id="35" name="Image 0" descr="arrow-right">
            <a:extLst>
              <a:ext uri="{FF2B5EF4-FFF2-40B4-BE49-F238E27FC236}">
                <a16:creationId xmlns:a16="http://schemas.microsoft.com/office/drawing/2014/main" id="{CFD5E7C7-F5FD-8CDB-A408-67A5FA84E69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415457" y="3640284"/>
            <a:ext cx="293185" cy="188476"/>
          </a:xfrm>
          <a:prstGeom prst="rect">
            <a:avLst/>
          </a:prstGeom>
        </p:spPr>
      </p:pic>
      <p:sp>
        <p:nvSpPr>
          <p:cNvPr id="38" name="Text 3">
            <a:extLst>
              <a:ext uri="{FF2B5EF4-FFF2-40B4-BE49-F238E27FC236}">
                <a16:creationId xmlns:a16="http://schemas.microsoft.com/office/drawing/2014/main" id="{D0252CAF-EC69-38C0-3548-F241846C0CF9}"/>
              </a:ext>
            </a:extLst>
          </p:cNvPr>
          <p:cNvSpPr/>
          <p:nvPr/>
        </p:nvSpPr>
        <p:spPr>
          <a:xfrm>
            <a:off x="3797646" y="3385875"/>
            <a:ext cx="2086814" cy="697295"/>
          </a:xfrm>
          <a:custGeom>
            <a:avLst/>
            <a:gdLst/>
            <a:ahLst/>
            <a:cxnLst/>
            <a:rect l="l" t="t" r="r" b="b"/>
            <a:pathLst>
              <a:path w="1265535" h="422870">
                <a:moveTo>
                  <a:pt x="73025" y="0"/>
                </a:moveTo>
                <a:lnTo>
                  <a:pt x="1192510" y="0"/>
                </a:lnTo>
                <a:arcTo wR="73025" hR="73025" stAng="16200000" swAng="5400000"/>
                <a:lnTo>
                  <a:pt x="1265535" y="349845"/>
                </a:lnTo>
                <a:arcTo wR="73025" hR="73025" stAng="0" swAng="5400000"/>
                <a:lnTo>
                  <a:pt x="73025" y="422870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 wrap="square" lIns="47119" tIns="172770" rIns="47119" bIns="130886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오디오 버퍼</a:t>
            </a:r>
            <a:endParaRPr lang="en-US" sz="1979" dirty="0"/>
          </a:p>
        </p:txBody>
      </p:sp>
      <p:pic>
        <p:nvPicPr>
          <p:cNvPr id="42" name="Image 1" descr="arrow-right">
            <a:extLst>
              <a:ext uri="{FF2B5EF4-FFF2-40B4-BE49-F238E27FC236}">
                <a16:creationId xmlns:a16="http://schemas.microsoft.com/office/drawing/2014/main" id="{E20E82CA-E9F4-A49E-FF90-F64F5C617D4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73462" y="3640284"/>
            <a:ext cx="293185" cy="188476"/>
          </a:xfrm>
          <a:prstGeom prst="rect">
            <a:avLst/>
          </a:prstGeom>
        </p:spPr>
      </p:pic>
      <p:sp>
        <p:nvSpPr>
          <p:cNvPr id="46" name="Text 4">
            <a:extLst>
              <a:ext uri="{FF2B5EF4-FFF2-40B4-BE49-F238E27FC236}">
                <a16:creationId xmlns:a16="http://schemas.microsoft.com/office/drawing/2014/main" id="{A26D8DDE-D0C3-20E1-E08C-E9DD767DC431}"/>
              </a:ext>
            </a:extLst>
          </p:cNvPr>
          <p:cNvSpPr/>
          <p:nvPr/>
        </p:nvSpPr>
        <p:spPr>
          <a:xfrm>
            <a:off x="6355649" y="3385875"/>
            <a:ext cx="2086651" cy="697295"/>
          </a:xfrm>
          <a:custGeom>
            <a:avLst/>
            <a:gdLst/>
            <a:ahLst/>
            <a:cxnLst/>
            <a:rect l="l" t="t" r="r" b="b"/>
            <a:pathLst>
              <a:path w="1265436" h="422870">
                <a:moveTo>
                  <a:pt x="73025" y="0"/>
                </a:moveTo>
                <a:lnTo>
                  <a:pt x="1192411" y="0"/>
                </a:lnTo>
                <a:arcTo wR="73025" hR="73025" stAng="16200000" swAng="5400000"/>
                <a:lnTo>
                  <a:pt x="1265436" y="349845"/>
                </a:lnTo>
                <a:arcTo wR="73025" hR="73025" stAng="0" swAng="5400000"/>
                <a:lnTo>
                  <a:pt x="73025" y="422870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 wrap="square" lIns="47119" tIns="172770" rIns="47119" bIns="130886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16kHz 전처리</a:t>
            </a:r>
            <a:endParaRPr lang="en-US" sz="1979" dirty="0"/>
          </a:p>
        </p:txBody>
      </p:sp>
      <p:pic>
        <p:nvPicPr>
          <p:cNvPr id="48" name="Image 2" descr="arrow-right">
            <a:extLst>
              <a:ext uri="{FF2B5EF4-FFF2-40B4-BE49-F238E27FC236}">
                <a16:creationId xmlns:a16="http://schemas.microsoft.com/office/drawing/2014/main" id="{EA0EDAC3-F9D7-906C-E6EF-4B0627377C5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531303" y="3640284"/>
            <a:ext cx="293185" cy="188476"/>
          </a:xfrm>
          <a:prstGeom prst="rect">
            <a:avLst/>
          </a:prstGeom>
        </p:spPr>
      </p:pic>
      <p:sp>
        <p:nvSpPr>
          <p:cNvPr id="51" name="Text 5">
            <a:extLst>
              <a:ext uri="{FF2B5EF4-FFF2-40B4-BE49-F238E27FC236}">
                <a16:creationId xmlns:a16="http://schemas.microsoft.com/office/drawing/2014/main" id="{A4EA4436-2DFA-E841-8256-0133BC6D0F7F}"/>
              </a:ext>
            </a:extLst>
          </p:cNvPr>
          <p:cNvSpPr/>
          <p:nvPr/>
        </p:nvSpPr>
        <p:spPr>
          <a:xfrm>
            <a:off x="8908254" y="3123655"/>
            <a:ext cx="2086814" cy="1049052"/>
          </a:xfrm>
          <a:custGeom>
            <a:avLst/>
            <a:gdLst/>
            <a:ahLst/>
            <a:cxnLst/>
            <a:rect l="l" t="t" r="r" b="b"/>
            <a:pathLst>
              <a:path w="1265535" h="636191">
                <a:moveTo>
                  <a:pt x="73025" y="0"/>
                </a:moveTo>
                <a:lnTo>
                  <a:pt x="1192510" y="0"/>
                </a:lnTo>
                <a:arcTo wR="73025" hR="73025" stAng="16200000" swAng="5400000"/>
                <a:lnTo>
                  <a:pt x="1265535" y="563166"/>
                </a:lnTo>
                <a:arcTo wR="73025" hR="73025" stAng="0" swAng="5400000"/>
                <a:lnTo>
                  <a:pt x="73025" y="636191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E3F0EE"/>
          </a:solidFill>
          <a:ln w="6350">
            <a:solidFill>
              <a:srgbClr val="9CCBC5"/>
            </a:solidFill>
            <a:prstDash val="solid"/>
          </a:ln>
        </p:spPr>
        <p:txBody>
          <a:bodyPr wrap="square" lIns="47119" tIns="172770" rIns="47119" bIns="130886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b="1" dirty="0" err="1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YAMNet</a:t>
            </a:r>
            <a:r>
              <a:rPr lang="en-US" sz="1979" b="1" dirty="0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pPr algn="ctr">
              <a:lnSpc>
                <a:spcPts val="2770"/>
              </a:lnSpc>
            </a:pPr>
            <a:r>
              <a:rPr lang="en-US" sz="1979" b="1" dirty="0" err="1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소리</a:t>
            </a:r>
            <a:r>
              <a:rPr lang="en-US" sz="1979" b="1" dirty="0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979" b="1" dirty="0" err="1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분류</a:t>
            </a:r>
            <a:endParaRPr lang="en-US" sz="1979" dirty="0"/>
          </a:p>
        </p:txBody>
      </p:sp>
      <p:pic>
        <p:nvPicPr>
          <p:cNvPr id="54" name="Image 3" descr="arrow-right">
            <a:extLst>
              <a:ext uri="{FF2B5EF4-FFF2-40B4-BE49-F238E27FC236}">
                <a16:creationId xmlns:a16="http://schemas.microsoft.com/office/drawing/2014/main" id="{2C0B1122-8B20-C4F4-4A0C-0C87FC61095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089307" y="3640284"/>
            <a:ext cx="293185" cy="188476"/>
          </a:xfrm>
          <a:prstGeom prst="rect">
            <a:avLst/>
          </a:prstGeom>
        </p:spPr>
      </p:pic>
      <p:sp>
        <p:nvSpPr>
          <p:cNvPr id="56" name="Text 6">
            <a:extLst>
              <a:ext uri="{FF2B5EF4-FFF2-40B4-BE49-F238E27FC236}">
                <a16:creationId xmlns:a16="http://schemas.microsoft.com/office/drawing/2014/main" id="{4A78CF52-7ED8-0E4B-5364-A2A57AB479E6}"/>
              </a:ext>
            </a:extLst>
          </p:cNvPr>
          <p:cNvSpPr/>
          <p:nvPr/>
        </p:nvSpPr>
        <p:spPr>
          <a:xfrm>
            <a:off x="11471495" y="3385875"/>
            <a:ext cx="2086651" cy="697295"/>
          </a:xfrm>
          <a:custGeom>
            <a:avLst/>
            <a:gdLst/>
            <a:ahLst/>
            <a:cxnLst/>
            <a:rect l="l" t="t" r="r" b="b"/>
            <a:pathLst>
              <a:path w="1265436" h="422870">
                <a:moveTo>
                  <a:pt x="73025" y="0"/>
                </a:moveTo>
                <a:lnTo>
                  <a:pt x="1192411" y="0"/>
                </a:lnTo>
                <a:arcTo wR="73025" hR="73025" stAng="16200000" swAng="5400000"/>
                <a:lnTo>
                  <a:pt x="1265436" y="349845"/>
                </a:lnTo>
                <a:arcTo wR="73025" hR="73025" stAng="0" swAng="5400000"/>
                <a:lnTo>
                  <a:pt x="73025" y="422870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 wrap="square" lIns="47119" tIns="172770" rIns="47119" bIns="130886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이벤트 판단</a:t>
            </a:r>
            <a:endParaRPr lang="en-US" sz="1979" dirty="0"/>
          </a:p>
        </p:txBody>
      </p:sp>
      <p:pic>
        <p:nvPicPr>
          <p:cNvPr id="59" name="Image 4" descr="arrow-right">
            <a:extLst>
              <a:ext uri="{FF2B5EF4-FFF2-40B4-BE49-F238E27FC236}">
                <a16:creationId xmlns:a16="http://schemas.microsoft.com/office/drawing/2014/main" id="{E5B2A8D5-1545-05E3-20AA-68748A443A5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3647148" y="3640284"/>
            <a:ext cx="293185" cy="188476"/>
          </a:xfrm>
          <a:prstGeom prst="rect">
            <a:avLst/>
          </a:prstGeom>
        </p:spPr>
      </p:pic>
      <p:sp>
        <p:nvSpPr>
          <p:cNvPr id="62" name="Text 7">
            <a:extLst>
              <a:ext uri="{FF2B5EF4-FFF2-40B4-BE49-F238E27FC236}">
                <a16:creationId xmlns:a16="http://schemas.microsoft.com/office/drawing/2014/main" id="{3FA6363D-E48D-B7BE-C0CF-6CE743B692AF}"/>
              </a:ext>
            </a:extLst>
          </p:cNvPr>
          <p:cNvSpPr/>
          <p:nvPr/>
        </p:nvSpPr>
        <p:spPr>
          <a:xfrm>
            <a:off x="14029336" y="3385875"/>
            <a:ext cx="2086651" cy="697295"/>
          </a:xfrm>
          <a:custGeom>
            <a:avLst/>
            <a:gdLst/>
            <a:ahLst/>
            <a:cxnLst/>
            <a:rect l="l" t="t" r="r" b="b"/>
            <a:pathLst>
              <a:path w="1265436" h="422870">
                <a:moveTo>
                  <a:pt x="73025" y="0"/>
                </a:moveTo>
                <a:lnTo>
                  <a:pt x="1192411" y="0"/>
                </a:lnTo>
                <a:arcTo wR="73025" hR="73025" stAng="16200000" swAng="5400000"/>
                <a:lnTo>
                  <a:pt x="1265436" y="349845"/>
                </a:lnTo>
                <a:arcTo wR="73025" hR="73025" stAng="0" swAng="5400000"/>
                <a:lnTo>
                  <a:pt x="73025" y="422870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 wrap="square" lIns="47119" tIns="172770" rIns="47119" bIns="130886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이벤트 감지</a:t>
            </a:r>
            <a:endParaRPr lang="en-US" sz="1979" dirty="0"/>
          </a:p>
        </p:txBody>
      </p:sp>
      <p:pic>
        <p:nvPicPr>
          <p:cNvPr id="194" name="Image 5" descr="arrow-right">
            <a:extLst>
              <a:ext uri="{FF2B5EF4-FFF2-40B4-BE49-F238E27FC236}">
                <a16:creationId xmlns:a16="http://schemas.microsoft.com/office/drawing/2014/main" id="{65F33BBB-1BDF-D1E0-98C4-08318C448B4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6204989" y="3640284"/>
            <a:ext cx="293185" cy="188476"/>
          </a:xfrm>
          <a:prstGeom prst="rect">
            <a:avLst/>
          </a:prstGeom>
        </p:spPr>
      </p:pic>
      <p:sp>
        <p:nvSpPr>
          <p:cNvPr id="198" name="Text 8">
            <a:extLst>
              <a:ext uri="{FF2B5EF4-FFF2-40B4-BE49-F238E27FC236}">
                <a16:creationId xmlns:a16="http://schemas.microsoft.com/office/drawing/2014/main" id="{FE1D328F-A725-3CF7-2F1E-E8454E4F2967}"/>
              </a:ext>
            </a:extLst>
          </p:cNvPr>
          <p:cNvSpPr/>
          <p:nvPr/>
        </p:nvSpPr>
        <p:spPr>
          <a:xfrm>
            <a:off x="16581941" y="3391110"/>
            <a:ext cx="2076180" cy="686824"/>
          </a:xfrm>
          <a:custGeom>
            <a:avLst/>
            <a:gdLst/>
            <a:ahLst/>
            <a:cxnLst/>
            <a:rect l="l" t="t" r="r" b="b"/>
            <a:pathLst>
              <a:path w="1259086" h="416520">
                <a:moveTo>
                  <a:pt x="76200" y="0"/>
                </a:moveTo>
                <a:lnTo>
                  <a:pt x="1182886" y="0"/>
                </a:lnTo>
                <a:arcTo wR="76200" hR="76200" stAng="16200000" swAng="5400000"/>
                <a:lnTo>
                  <a:pt x="1259086" y="340320"/>
                </a:lnTo>
                <a:arcTo wR="76200" hR="76200" stAng="0" swAng="5400000"/>
                <a:lnTo>
                  <a:pt x="76200" y="41652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13233A"/>
          </a:solidFill>
          <a:ln/>
        </p:spPr>
        <p:txBody>
          <a:bodyPr wrap="square" lIns="41884" tIns="167534" rIns="41884" bIns="125651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전송</a:t>
            </a:r>
            <a:endParaRPr lang="en-US" sz="1979" dirty="0"/>
          </a:p>
        </p:txBody>
      </p:sp>
      <p:graphicFrame>
        <p:nvGraphicFramePr>
          <p:cNvPr id="297" name="Table 0">
            <a:extLst>
              <a:ext uri="{FF2B5EF4-FFF2-40B4-BE49-F238E27FC236}">
                <a16:creationId xmlns:a16="http://schemas.microsoft.com/office/drawing/2014/main" id="{83153C78-97FD-8930-BB06-E1E44411E6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6971032"/>
              </p:ext>
            </p:extLst>
          </p:nvPr>
        </p:nvGraphicFramePr>
        <p:xfrm>
          <a:off x="1644166" y="4516654"/>
          <a:ext cx="16815767" cy="5063695"/>
        </p:xfrm>
        <a:graphic>
          <a:graphicData uri="http://schemas.openxmlformats.org/drawingml/2006/table">
            <a:tbl>
              <a:tblPr/>
              <a:tblGrid>
                <a:gridCol w="1177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68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47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09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077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583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1511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등급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카테고리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YAMNet 클래스 (index)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임계값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이벤트가 되는 조건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200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중복 방지 시간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7334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B83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위험</a:t>
                      </a:r>
                      <a:endParaRPr lang="en-US" sz="18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경보음/</a:t>
                      </a:r>
                      <a:r>
                        <a:rPr lang="en-US" sz="1800" dirty="0" err="1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사이렌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Fire alarm(394), Alarm(382), Siren(390), Smoke detector(393)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4개 중 하나라도 한 프레임에서 0.5 이상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10초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1073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B83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위험</a:t>
                      </a:r>
                      <a:endParaRPr lang="en-US" sz="18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파손/</a:t>
                      </a:r>
                      <a:r>
                        <a:rPr lang="en-US" sz="1800" dirty="0" err="1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충격음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A그룹: Glass(435)·Crack(434) / B그룹: Shatter(437)·Breaking(464)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3프레임(약 1.4초) 안에 A·B그룹 모두 0.3 이상 — 한쪽 소리만 나서는 안 울림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10초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10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800" b="1" dirty="0" err="1">
                          <a:solidFill>
                            <a:srgbClr val="B83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위험</a:t>
                      </a:r>
                      <a:endParaRPr lang="en-US" altLang="ko-KR" sz="18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endParaRPr lang="en-US" sz="18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비명 및 </a:t>
                      </a:r>
                      <a:r>
                        <a:rPr lang="en-US" sz="1800" dirty="0" err="1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고함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Screaming(11), Shout(6), Groan(33)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위와 같음 (5프레임 중 3프레임 이상)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30초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456052"/>
                  </a:ext>
                </a:extLst>
              </a:tr>
              <a:tr h="635235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8A56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주의</a:t>
                      </a:r>
                      <a:endParaRPr lang="en-US" sz="18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err="1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아기</a:t>
                      </a: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울음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Baby cry(20), Crying·sobbing(19)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연속 5프레임(약 2.4초) 중 3프레임 이상 0.3 이상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30초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6491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8A56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주의</a:t>
                      </a:r>
                      <a:endParaRPr lang="en-US" sz="18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err="1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애완동물</a:t>
                      </a: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울음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Bark(70), Meow(78)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한 프레임만 0.3 이상이어도 발생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5분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5255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2C6B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일반</a:t>
                      </a:r>
                      <a:endParaRPr lang="en-US" sz="18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err="1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초인종</a:t>
                      </a: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</a:t>
                      </a:r>
                      <a:r>
                        <a:rPr lang="ko-KR" alt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노크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Doorbell(349), Ding-dong(350), Knock(353)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한 프레임만 0.7 이상이어도 발생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5분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5429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96841-CCEA-1E38-848D-A8B5CE282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">
            <a:extLst>
              <a:ext uri="{FF2B5EF4-FFF2-40B4-BE49-F238E27FC236}">
                <a16:creationId xmlns:a16="http://schemas.microsoft.com/office/drawing/2014/main" id="{CE62FAEC-6F29-7E65-EB6D-414312D86B2C}"/>
              </a:ext>
            </a:extLst>
          </p:cNvPr>
          <p:cNvSpPr/>
          <p:nvPr/>
        </p:nvSpPr>
        <p:spPr>
          <a:xfrm>
            <a:off x="0" y="0"/>
            <a:ext cx="20104100" cy="638810"/>
          </a:xfrm>
          <a:custGeom>
            <a:avLst/>
            <a:gdLst/>
            <a:ahLst/>
            <a:cxnLst/>
            <a:rect l="l" t="t" r="r" b="b"/>
            <a:pathLst>
              <a:path w="20104100" h="638810" extrusionOk="0">
                <a:moveTo>
                  <a:pt x="20104100" y="0"/>
                </a:moveTo>
                <a:lnTo>
                  <a:pt x="0" y="0"/>
                </a:lnTo>
                <a:lnTo>
                  <a:pt x="0" y="638757"/>
                </a:lnTo>
                <a:lnTo>
                  <a:pt x="20104100" y="638757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3" name="Google Shape;243;p11">
            <a:extLst>
              <a:ext uri="{FF2B5EF4-FFF2-40B4-BE49-F238E27FC236}">
                <a16:creationId xmlns:a16="http://schemas.microsoft.com/office/drawing/2014/main" id="{6458DB1D-BAAA-61F3-2C81-87512509B221}"/>
              </a:ext>
            </a:extLst>
          </p:cNvPr>
          <p:cNvSpPr/>
          <p:nvPr/>
        </p:nvSpPr>
        <p:spPr>
          <a:xfrm>
            <a:off x="3788697" y="2398027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5" name="Google Shape;245;p11">
            <a:extLst>
              <a:ext uri="{FF2B5EF4-FFF2-40B4-BE49-F238E27FC236}">
                <a16:creationId xmlns:a16="http://schemas.microsoft.com/office/drawing/2014/main" id="{B7C8B546-C1E9-C235-78B3-1909B090BC07}"/>
              </a:ext>
            </a:extLst>
          </p:cNvPr>
          <p:cNvSpPr/>
          <p:nvPr/>
        </p:nvSpPr>
        <p:spPr>
          <a:xfrm>
            <a:off x="3788698" y="10263851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grpSp>
        <p:nvGrpSpPr>
          <p:cNvPr id="247" name="Google Shape;247;p11">
            <a:extLst>
              <a:ext uri="{FF2B5EF4-FFF2-40B4-BE49-F238E27FC236}">
                <a16:creationId xmlns:a16="http://schemas.microsoft.com/office/drawing/2014/main" id="{683C813C-DCB1-531F-91AB-F2467243A4D1}"/>
              </a:ext>
            </a:extLst>
          </p:cNvPr>
          <p:cNvGrpSpPr/>
          <p:nvPr/>
        </p:nvGrpSpPr>
        <p:grpSpPr>
          <a:xfrm>
            <a:off x="0" y="11183232"/>
            <a:ext cx="20104644" cy="125730"/>
            <a:chOff x="0" y="11183232"/>
            <a:chExt cx="20104644" cy="125730"/>
          </a:xfrm>
        </p:grpSpPr>
        <p:sp>
          <p:nvSpPr>
            <p:cNvPr id="248" name="Google Shape;248;p11">
              <a:extLst>
                <a:ext uri="{FF2B5EF4-FFF2-40B4-BE49-F238E27FC236}">
                  <a16:creationId xmlns:a16="http://schemas.microsoft.com/office/drawing/2014/main" id="{26D72421-FAF8-63BA-6944-614D781A38F3}"/>
                </a:ext>
              </a:extLst>
            </p:cNvPr>
            <p:cNvSpPr/>
            <p:nvPr/>
          </p:nvSpPr>
          <p:spPr>
            <a:xfrm>
              <a:off x="0" y="11183232"/>
              <a:ext cx="15770225" cy="125730"/>
            </a:xfrm>
            <a:custGeom>
              <a:avLst/>
              <a:gdLst/>
              <a:ahLst/>
              <a:cxnLst/>
              <a:rect l="l" t="t" r="r" b="b"/>
              <a:pathLst>
                <a:path w="15770225" h="125729" extrusionOk="0">
                  <a:moveTo>
                    <a:pt x="0" y="125323"/>
                  </a:moveTo>
                  <a:lnTo>
                    <a:pt x="15770133" y="125323"/>
                  </a:lnTo>
                  <a:lnTo>
                    <a:pt x="15770133" y="0"/>
                  </a:lnTo>
                  <a:lnTo>
                    <a:pt x="0" y="0"/>
                  </a:lnTo>
                  <a:lnTo>
                    <a:pt x="0" y="125323"/>
                  </a:lnTo>
                  <a:close/>
                </a:path>
              </a:pathLst>
            </a:custGeom>
            <a:solidFill>
              <a:srgbClr val="202E5E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  <p:sp>
          <p:nvSpPr>
            <p:cNvPr id="249" name="Google Shape;249;p11">
              <a:extLst>
                <a:ext uri="{FF2B5EF4-FFF2-40B4-BE49-F238E27FC236}">
                  <a16:creationId xmlns:a16="http://schemas.microsoft.com/office/drawing/2014/main" id="{1968F6A0-12E3-F6C7-6DF3-990F9452D9ED}"/>
                </a:ext>
              </a:extLst>
            </p:cNvPr>
            <p:cNvSpPr/>
            <p:nvPr/>
          </p:nvSpPr>
          <p:spPr>
            <a:xfrm>
              <a:off x="15770133" y="11183609"/>
              <a:ext cx="4334510" cy="125095"/>
            </a:xfrm>
            <a:custGeom>
              <a:avLst/>
              <a:gdLst/>
              <a:ahLst/>
              <a:cxnLst/>
              <a:rect l="l" t="t" r="r" b="b"/>
              <a:pathLst>
                <a:path w="4334509" h="125095" extrusionOk="0">
                  <a:moveTo>
                    <a:pt x="0" y="124946"/>
                  </a:moveTo>
                  <a:lnTo>
                    <a:pt x="0" y="0"/>
                  </a:lnTo>
                  <a:lnTo>
                    <a:pt x="4333965" y="0"/>
                  </a:lnTo>
                  <a:lnTo>
                    <a:pt x="4333965" y="124946"/>
                  </a:lnTo>
                  <a:lnTo>
                    <a:pt x="0" y="124946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</p:grpSp>
      <p:sp>
        <p:nvSpPr>
          <p:cNvPr id="15" name="Google Shape;250;p11">
            <a:extLst>
              <a:ext uri="{FF2B5EF4-FFF2-40B4-BE49-F238E27FC236}">
                <a16:creationId xmlns:a16="http://schemas.microsoft.com/office/drawing/2014/main" id="{E90F9E9B-408A-6AAB-35BD-69D410ADB420}"/>
              </a:ext>
            </a:extLst>
          </p:cNvPr>
          <p:cNvSpPr txBox="1"/>
          <p:nvPr/>
        </p:nvSpPr>
        <p:spPr>
          <a:xfrm>
            <a:off x="3788697" y="1332639"/>
            <a:ext cx="13812747" cy="830956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lvl="0">
              <a:defRPr/>
            </a:pPr>
            <a:r>
              <a:rPr lang="ko-KR" altLang="en-US" sz="48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음성 이벤트 감지</a:t>
            </a: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A36153C9-B3CF-1131-39CE-615B81D5F0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pic>
        <p:nvPicPr>
          <p:cNvPr id="23" name="Google Shape;246;p11">
            <a:extLst>
              <a:ext uri="{FF2B5EF4-FFF2-40B4-BE49-F238E27FC236}">
                <a16:creationId xmlns:a16="http://schemas.microsoft.com/office/drawing/2014/main" id="{0340A5AD-CF93-7CCC-C0CA-E6E545FFB30E}"/>
              </a:ext>
            </a:extLst>
          </p:cNvPr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16544767" y="10517438"/>
            <a:ext cx="2113354" cy="29679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242;p11">
            <a:extLst>
              <a:ext uri="{FF2B5EF4-FFF2-40B4-BE49-F238E27FC236}">
                <a16:creationId xmlns:a16="http://schemas.microsoft.com/office/drawing/2014/main" id="{D3EAE77B-0754-1614-75A0-9847276A47C0}"/>
              </a:ext>
            </a:extLst>
          </p:cNvPr>
          <p:cNvSpPr/>
          <p:nvPr/>
        </p:nvSpPr>
        <p:spPr>
          <a:xfrm>
            <a:off x="970895" y="1072291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32" name="Google Shape;244;p11">
            <a:extLst>
              <a:ext uri="{FF2B5EF4-FFF2-40B4-BE49-F238E27FC236}">
                <a16:creationId xmlns:a16="http://schemas.microsoft.com/office/drawing/2014/main" id="{D14F4197-6B63-9357-B58C-C16A47ABE3ED}"/>
              </a:ext>
            </a:extLst>
          </p:cNvPr>
          <p:cNvSpPr/>
          <p:nvPr/>
        </p:nvSpPr>
        <p:spPr>
          <a:xfrm>
            <a:off x="970895" y="2831510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34" name="Google Shape;250;p11">
            <a:extLst>
              <a:ext uri="{FF2B5EF4-FFF2-40B4-BE49-F238E27FC236}">
                <a16:creationId xmlns:a16="http://schemas.microsoft.com/office/drawing/2014/main" id="{3CDEC929-6454-D50A-28A6-C656809A9BEC}"/>
              </a:ext>
            </a:extLst>
          </p:cNvPr>
          <p:cNvSpPr txBox="1"/>
          <p:nvPr/>
        </p:nvSpPr>
        <p:spPr>
          <a:xfrm>
            <a:off x="970895" y="1382405"/>
            <a:ext cx="1823084" cy="1015622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60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E2</a:t>
            </a:r>
            <a:endParaRPr sz="6000" b="1" dirty="0">
              <a:solidFill>
                <a:srgbClr val="202E5E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KoPubWorld바탕체 Medium"/>
              <a:sym typeface="NanumGothic ExtraBold"/>
            </a:endParaRPr>
          </a:p>
        </p:txBody>
      </p:sp>
      <p:sp>
        <p:nvSpPr>
          <p:cNvPr id="255" name="Text 2">
            <a:extLst>
              <a:ext uri="{FF2B5EF4-FFF2-40B4-BE49-F238E27FC236}">
                <a16:creationId xmlns:a16="http://schemas.microsoft.com/office/drawing/2014/main" id="{CB8FEB07-7622-E8F5-9406-EB241C6BB76A}"/>
              </a:ext>
            </a:extLst>
          </p:cNvPr>
          <p:cNvSpPr/>
          <p:nvPr/>
        </p:nvSpPr>
        <p:spPr>
          <a:xfrm>
            <a:off x="1239804" y="3385875"/>
            <a:ext cx="2086651" cy="697295"/>
          </a:xfrm>
          <a:custGeom>
            <a:avLst/>
            <a:gdLst/>
            <a:ahLst/>
            <a:cxnLst/>
            <a:rect l="l" t="t" r="r" b="b"/>
            <a:pathLst>
              <a:path w="1265436" h="422870">
                <a:moveTo>
                  <a:pt x="73025" y="0"/>
                </a:moveTo>
                <a:lnTo>
                  <a:pt x="1192411" y="0"/>
                </a:lnTo>
                <a:arcTo wR="73025" hR="73025" stAng="16200000" swAng="5400000"/>
                <a:lnTo>
                  <a:pt x="1265436" y="349845"/>
                </a:lnTo>
                <a:arcTo wR="73025" hR="73025" stAng="0" swAng="5400000"/>
                <a:lnTo>
                  <a:pt x="73025" y="422870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 wrap="square" lIns="47119" tIns="172770" rIns="47119" bIns="130886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마이크 입력</a:t>
            </a:r>
            <a:endParaRPr lang="en-US" sz="1979" dirty="0"/>
          </a:p>
        </p:txBody>
      </p:sp>
      <p:pic>
        <p:nvPicPr>
          <p:cNvPr id="35" name="Image 0" descr="arrow-right">
            <a:extLst>
              <a:ext uri="{FF2B5EF4-FFF2-40B4-BE49-F238E27FC236}">
                <a16:creationId xmlns:a16="http://schemas.microsoft.com/office/drawing/2014/main" id="{CFD5E7C7-F5FD-8CDB-A408-67A5FA84E69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415457" y="3640284"/>
            <a:ext cx="293185" cy="188476"/>
          </a:xfrm>
          <a:prstGeom prst="rect">
            <a:avLst/>
          </a:prstGeom>
        </p:spPr>
      </p:pic>
      <p:sp>
        <p:nvSpPr>
          <p:cNvPr id="38" name="Text 3">
            <a:extLst>
              <a:ext uri="{FF2B5EF4-FFF2-40B4-BE49-F238E27FC236}">
                <a16:creationId xmlns:a16="http://schemas.microsoft.com/office/drawing/2014/main" id="{D0252CAF-EC69-38C0-3548-F241846C0CF9}"/>
              </a:ext>
            </a:extLst>
          </p:cNvPr>
          <p:cNvSpPr/>
          <p:nvPr/>
        </p:nvSpPr>
        <p:spPr>
          <a:xfrm>
            <a:off x="3797646" y="3385875"/>
            <a:ext cx="2086814" cy="697295"/>
          </a:xfrm>
          <a:custGeom>
            <a:avLst/>
            <a:gdLst/>
            <a:ahLst/>
            <a:cxnLst/>
            <a:rect l="l" t="t" r="r" b="b"/>
            <a:pathLst>
              <a:path w="1265535" h="422870">
                <a:moveTo>
                  <a:pt x="73025" y="0"/>
                </a:moveTo>
                <a:lnTo>
                  <a:pt x="1192510" y="0"/>
                </a:lnTo>
                <a:arcTo wR="73025" hR="73025" stAng="16200000" swAng="5400000"/>
                <a:lnTo>
                  <a:pt x="1265535" y="349845"/>
                </a:lnTo>
                <a:arcTo wR="73025" hR="73025" stAng="0" swAng="5400000"/>
                <a:lnTo>
                  <a:pt x="73025" y="422870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 wrap="square" lIns="47119" tIns="172770" rIns="47119" bIns="130886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오디오 버퍼</a:t>
            </a:r>
            <a:endParaRPr lang="en-US" sz="1979" dirty="0"/>
          </a:p>
        </p:txBody>
      </p:sp>
      <p:pic>
        <p:nvPicPr>
          <p:cNvPr id="42" name="Image 1" descr="arrow-right">
            <a:extLst>
              <a:ext uri="{FF2B5EF4-FFF2-40B4-BE49-F238E27FC236}">
                <a16:creationId xmlns:a16="http://schemas.microsoft.com/office/drawing/2014/main" id="{E20E82CA-E9F4-A49E-FF90-F64F5C617D4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73462" y="3640284"/>
            <a:ext cx="293185" cy="188476"/>
          </a:xfrm>
          <a:prstGeom prst="rect">
            <a:avLst/>
          </a:prstGeom>
        </p:spPr>
      </p:pic>
      <p:sp>
        <p:nvSpPr>
          <p:cNvPr id="46" name="Text 4">
            <a:extLst>
              <a:ext uri="{FF2B5EF4-FFF2-40B4-BE49-F238E27FC236}">
                <a16:creationId xmlns:a16="http://schemas.microsoft.com/office/drawing/2014/main" id="{A26D8DDE-D0C3-20E1-E08C-E9DD767DC431}"/>
              </a:ext>
            </a:extLst>
          </p:cNvPr>
          <p:cNvSpPr/>
          <p:nvPr/>
        </p:nvSpPr>
        <p:spPr>
          <a:xfrm>
            <a:off x="6355649" y="3385875"/>
            <a:ext cx="2086651" cy="697295"/>
          </a:xfrm>
          <a:custGeom>
            <a:avLst/>
            <a:gdLst/>
            <a:ahLst/>
            <a:cxnLst/>
            <a:rect l="l" t="t" r="r" b="b"/>
            <a:pathLst>
              <a:path w="1265436" h="422870">
                <a:moveTo>
                  <a:pt x="73025" y="0"/>
                </a:moveTo>
                <a:lnTo>
                  <a:pt x="1192411" y="0"/>
                </a:lnTo>
                <a:arcTo wR="73025" hR="73025" stAng="16200000" swAng="5400000"/>
                <a:lnTo>
                  <a:pt x="1265436" y="349845"/>
                </a:lnTo>
                <a:arcTo wR="73025" hR="73025" stAng="0" swAng="5400000"/>
                <a:lnTo>
                  <a:pt x="73025" y="422870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 wrap="square" lIns="47119" tIns="172770" rIns="47119" bIns="130886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16kHz 전처리</a:t>
            </a:r>
            <a:endParaRPr lang="en-US" sz="1979" dirty="0"/>
          </a:p>
        </p:txBody>
      </p:sp>
      <p:pic>
        <p:nvPicPr>
          <p:cNvPr id="48" name="Image 2" descr="arrow-right">
            <a:extLst>
              <a:ext uri="{FF2B5EF4-FFF2-40B4-BE49-F238E27FC236}">
                <a16:creationId xmlns:a16="http://schemas.microsoft.com/office/drawing/2014/main" id="{EA0EDAC3-F9D7-906C-E6EF-4B0627377C5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531303" y="3640284"/>
            <a:ext cx="293185" cy="188476"/>
          </a:xfrm>
          <a:prstGeom prst="rect">
            <a:avLst/>
          </a:prstGeom>
        </p:spPr>
      </p:pic>
      <p:sp>
        <p:nvSpPr>
          <p:cNvPr id="51" name="Text 5">
            <a:extLst>
              <a:ext uri="{FF2B5EF4-FFF2-40B4-BE49-F238E27FC236}">
                <a16:creationId xmlns:a16="http://schemas.microsoft.com/office/drawing/2014/main" id="{A4EA4436-2DFA-E841-8256-0133BC6D0F7F}"/>
              </a:ext>
            </a:extLst>
          </p:cNvPr>
          <p:cNvSpPr/>
          <p:nvPr/>
        </p:nvSpPr>
        <p:spPr>
          <a:xfrm>
            <a:off x="8908254" y="3123655"/>
            <a:ext cx="2086814" cy="1049052"/>
          </a:xfrm>
          <a:custGeom>
            <a:avLst/>
            <a:gdLst/>
            <a:ahLst/>
            <a:cxnLst/>
            <a:rect l="l" t="t" r="r" b="b"/>
            <a:pathLst>
              <a:path w="1265535" h="636191">
                <a:moveTo>
                  <a:pt x="73025" y="0"/>
                </a:moveTo>
                <a:lnTo>
                  <a:pt x="1192510" y="0"/>
                </a:lnTo>
                <a:arcTo wR="73025" hR="73025" stAng="16200000" swAng="5400000"/>
                <a:lnTo>
                  <a:pt x="1265535" y="563166"/>
                </a:lnTo>
                <a:arcTo wR="73025" hR="73025" stAng="0" swAng="5400000"/>
                <a:lnTo>
                  <a:pt x="73025" y="636191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E3F0EE"/>
          </a:solidFill>
          <a:ln w="6350">
            <a:solidFill>
              <a:srgbClr val="9CCBC5"/>
            </a:solidFill>
            <a:prstDash val="solid"/>
          </a:ln>
        </p:spPr>
        <p:txBody>
          <a:bodyPr wrap="square" lIns="47119" tIns="172770" rIns="47119" bIns="130886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b="1" dirty="0" err="1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YAMNet</a:t>
            </a:r>
            <a:r>
              <a:rPr lang="en-US" sz="1979" b="1" dirty="0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pPr algn="ctr">
              <a:lnSpc>
                <a:spcPts val="2770"/>
              </a:lnSpc>
            </a:pPr>
            <a:r>
              <a:rPr lang="en-US" sz="1979" b="1" dirty="0" err="1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소리</a:t>
            </a:r>
            <a:r>
              <a:rPr lang="en-US" sz="1979" b="1" dirty="0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979" b="1" dirty="0" err="1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분류</a:t>
            </a:r>
            <a:endParaRPr lang="en-US" sz="1979" dirty="0"/>
          </a:p>
        </p:txBody>
      </p:sp>
      <p:pic>
        <p:nvPicPr>
          <p:cNvPr id="54" name="Image 3" descr="arrow-right">
            <a:extLst>
              <a:ext uri="{FF2B5EF4-FFF2-40B4-BE49-F238E27FC236}">
                <a16:creationId xmlns:a16="http://schemas.microsoft.com/office/drawing/2014/main" id="{2C0B1122-8B20-C4F4-4A0C-0C87FC61095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089307" y="3640284"/>
            <a:ext cx="293185" cy="188476"/>
          </a:xfrm>
          <a:prstGeom prst="rect">
            <a:avLst/>
          </a:prstGeom>
        </p:spPr>
      </p:pic>
      <p:sp>
        <p:nvSpPr>
          <p:cNvPr id="56" name="Text 6">
            <a:extLst>
              <a:ext uri="{FF2B5EF4-FFF2-40B4-BE49-F238E27FC236}">
                <a16:creationId xmlns:a16="http://schemas.microsoft.com/office/drawing/2014/main" id="{4A78CF52-7ED8-0E4B-5364-A2A57AB479E6}"/>
              </a:ext>
            </a:extLst>
          </p:cNvPr>
          <p:cNvSpPr/>
          <p:nvPr/>
        </p:nvSpPr>
        <p:spPr>
          <a:xfrm>
            <a:off x="11471495" y="3385875"/>
            <a:ext cx="2086651" cy="697295"/>
          </a:xfrm>
          <a:custGeom>
            <a:avLst/>
            <a:gdLst/>
            <a:ahLst/>
            <a:cxnLst/>
            <a:rect l="l" t="t" r="r" b="b"/>
            <a:pathLst>
              <a:path w="1265436" h="422870">
                <a:moveTo>
                  <a:pt x="73025" y="0"/>
                </a:moveTo>
                <a:lnTo>
                  <a:pt x="1192411" y="0"/>
                </a:lnTo>
                <a:arcTo wR="73025" hR="73025" stAng="16200000" swAng="5400000"/>
                <a:lnTo>
                  <a:pt x="1265436" y="349845"/>
                </a:lnTo>
                <a:arcTo wR="73025" hR="73025" stAng="0" swAng="5400000"/>
                <a:lnTo>
                  <a:pt x="73025" y="422870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 wrap="square" lIns="47119" tIns="172770" rIns="47119" bIns="130886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이벤트 판단</a:t>
            </a:r>
            <a:endParaRPr lang="en-US" sz="1979" dirty="0"/>
          </a:p>
        </p:txBody>
      </p:sp>
      <p:pic>
        <p:nvPicPr>
          <p:cNvPr id="59" name="Image 4" descr="arrow-right">
            <a:extLst>
              <a:ext uri="{FF2B5EF4-FFF2-40B4-BE49-F238E27FC236}">
                <a16:creationId xmlns:a16="http://schemas.microsoft.com/office/drawing/2014/main" id="{E5B2A8D5-1545-05E3-20AA-68748A443A5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3647148" y="3640284"/>
            <a:ext cx="293185" cy="188476"/>
          </a:xfrm>
          <a:prstGeom prst="rect">
            <a:avLst/>
          </a:prstGeom>
        </p:spPr>
      </p:pic>
      <p:sp>
        <p:nvSpPr>
          <p:cNvPr id="62" name="Text 7">
            <a:extLst>
              <a:ext uri="{FF2B5EF4-FFF2-40B4-BE49-F238E27FC236}">
                <a16:creationId xmlns:a16="http://schemas.microsoft.com/office/drawing/2014/main" id="{3FA6363D-E48D-B7BE-C0CF-6CE743B692AF}"/>
              </a:ext>
            </a:extLst>
          </p:cNvPr>
          <p:cNvSpPr/>
          <p:nvPr/>
        </p:nvSpPr>
        <p:spPr>
          <a:xfrm>
            <a:off x="14029336" y="3385875"/>
            <a:ext cx="2086651" cy="697295"/>
          </a:xfrm>
          <a:custGeom>
            <a:avLst/>
            <a:gdLst/>
            <a:ahLst/>
            <a:cxnLst/>
            <a:rect l="l" t="t" r="r" b="b"/>
            <a:pathLst>
              <a:path w="1265436" h="422870">
                <a:moveTo>
                  <a:pt x="73025" y="0"/>
                </a:moveTo>
                <a:lnTo>
                  <a:pt x="1192411" y="0"/>
                </a:lnTo>
                <a:arcTo wR="73025" hR="73025" stAng="16200000" swAng="5400000"/>
                <a:lnTo>
                  <a:pt x="1265436" y="349845"/>
                </a:lnTo>
                <a:arcTo wR="73025" hR="73025" stAng="0" swAng="5400000"/>
                <a:lnTo>
                  <a:pt x="73025" y="422870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 wrap="square" lIns="47119" tIns="172770" rIns="47119" bIns="130886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이벤트 감지</a:t>
            </a:r>
            <a:endParaRPr lang="en-US" sz="1979" dirty="0"/>
          </a:p>
        </p:txBody>
      </p:sp>
      <p:pic>
        <p:nvPicPr>
          <p:cNvPr id="194" name="Image 5" descr="arrow-right">
            <a:extLst>
              <a:ext uri="{FF2B5EF4-FFF2-40B4-BE49-F238E27FC236}">
                <a16:creationId xmlns:a16="http://schemas.microsoft.com/office/drawing/2014/main" id="{65F33BBB-1BDF-D1E0-98C4-08318C448B4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6204989" y="3640284"/>
            <a:ext cx="293185" cy="188476"/>
          </a:xfrm>
          <a:prstGeom prst="rect">
            <a:avLst/>
          </a:prstGeom>
        </p:spPr>
      </p:pic>
      <p:sp>
        <p:nvSpPr>
          <p:cNvPr id="198" name="Text 8">
            <a:extLst>
              <a:ext uri="{FF2B5EF4-FFF2-40B4-BE49-F238E27FC236}">
                <a16:creationId xmlns:a16="http://schemas.microsoft.com/office/drawing/2014/main" id="{FE1D328F-A725-3CF7-2F1E-E8454E4F2967}"/>
              </a:ext>
            </a:extLst>
          </p:cNvPr>
          <p:cNvSpPr/>
          <p:nvPr/>
        </p:nvSpPr>
        <p:spPr>
          <a:xfrm>
            <a:off x="16581941" y="3391110"/>
            <a:ext cx="2076180" cy="686824"/>
          </a:xfrm>
          <a:custGeom>
            <a:avLst/>
            <a:gdLst/>
            <a:ahLst/>
            <a:cxnLst/>
            <a:rect l="l" t="t" r="r" b="b"/>
            <a:pathLst>
              <a:path w="1259086" h="416520">
                <a:moveTo>
                  <a:pt x="76200" y="0"/>
                </a:moveTo>
                <a:lnTo>
                  <a:pt x="1182886" y="0"/>
                </a:lnTo>
                <a:arcTo wR="76200" hR="76200" stAng="16200000" swAng="5400000"/>
                <a:lnTo>
                  <a:pt x="1259086" y="340320"/>
                </a:lnTo>
                <a:arcTo wR="76200" hR="76200" stAng="0" swAng="5400000"/>
                <a:lnTo>
                  <a:pt x="76200" y="41652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13233A"/>
          </a:solidFill>
          <a:ln/>
        </p:spPr>
        <p:txBody>
          <a:bodyPr wrap="square" lIns="41884" tIns="167534" rIns="41884" bIns="125651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전송</a:t>
            </a:r>
            <a:endParaRPr lang="en-US" sz="1979" dirty="0"/>
          </a:p>
        </p:txBody>
      </p:sp>
      <p:graphicFrame>
        <p:nvGraphicFramePr>
          <p:cNvPr id="297" name="Table 0">
            <a:extLst>
              <a:ext uri="{FF2B5EF4-FFF2-40B4-BE49-F238E27FC236}">
                <a16:creationId xmlns:a16="http://schemas.microsoft.com/office/drawing/2014/main" id="{83153C78-97FD-8930-BB06-E1E44411E6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6971032"/>
              </p:ext>
            </p:extLst>
          </p:nvPr>
        </p:nvGraphicFramePr>
        <p:xfrm>
          <a:off x="1644166" y="4516654"/>
          <a:ext cx="16815767" cy="5063695"/>
        </p:xfrm>
        <a:graphic>
          <a:graphicData uri="http://schemas.openxmlformats.org/drawingml/2006/table">
            <a:tbl>
              <a:tblPr/>
              <a:tblGrid>
                <a:gridCol w="1177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68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47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09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077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583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1511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등급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카테고리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YAMNet 클래스 (index)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임계값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이벤트가 되는 조건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200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중복 방지 시간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7334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B83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위험</a:t>
                      </a:r>
                      <a:endParaRPr lang="en-US" sz="18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경보음/</a:t>
                      </a:r>
                      <a:r>
                        <a:rPr lang="en-US" sz="1800" dirty="0" err="1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사이렌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Fire alarm(394), Alarm(382), Siren(390), Smoke detector(393)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4개 중 하나라도 한 프레임에서 0.5 이상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10초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1073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B83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위험</a:t>
                      </a:r>
                      <a:endParaRPr lang="en-US" sz="18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파손/</a:t>
                      </a:r>
                      <a:r>
                        <a:rPr lang="en-US" sz="1800" dirty="0" err="1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충격음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A그룹: Glass(435)·Crack(434) / B그룹: Shatter(437)·Breaking(464)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3프레임(약 1.4초) 안에 A·B그룹 모두 0.3 이상 — 한쪽 소리만 나서는 안 울림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10초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10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800" b="1" dirty="0" err="1">
                          <a:solidFill>
                            <a:srgbClr val="B83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위험</a:t>
                      </a:r>
                      <a:endParaRPr lang="en-US" altLang="ko-KR" sz="18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endParaRPr lang="en-US" sz="18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비명 및 </a:t>
                      </a:r>
                      <a:r>
                        <a:rPr lang="en-US" sz="1800" dirty="0" err="1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고함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Screaming(11), Shout(6), Groan(33)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위와 같음 (5프레임 중 3프레임 이상)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30초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456052"/>
                  </a:ext>
                </a:extLst>
              </a:tr>
              <a:tr h="635235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8A56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주의</a:t>
                      </a:r>
                      <a:endParaRPr lang="en-US" sz="18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err="1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아기</a:t>
                      </a: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울음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Baby cry(20), Crying·sobbing(19)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연속 5프레임(약 2.4초) 중 3프레임 이상 0.3 이상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30초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6491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8A56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주의</a:t>
                      </a:r>
                      <a:endParaRPr lang="en-US" sz="18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err="1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애완동물</a:t>
                      </a: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울음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Bark(70), Meow(78)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한 프레임만 0.3 이상이어도 발생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5분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5255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2C6B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일반</a:t>
                      </a:r>
                      <a:endParaRPr lang="en-US" sz="18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err="1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초인종</a:t>
                      </a: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</a:t>
                      </a:r>
                      <a:r>
                        <a:rPr lang="ko-KR" alt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노크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Doorbell(349), Ding-dong(350), Knock(353)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한 프레임만 0.7 이상이어도 발생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5분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5429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5349</TotalTime>
  <Words>1131</Words>
  <Application>Microsoft Office PowerPoint</Application>
  <PresentationFormat>사용자 지정</PresentationFormat>
  <Paragraphs>314</Paragraphs>
  <Slides>17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7" baseType="lpstr">
      <vt:lpstr>HY견고딕</vt:lpstr>
      <vt:lpstr>KoPubWorld바탕체 Bold</vt:lpstr>
      <vt:lpstr>KoPubWorld바탕체 Medium</vt:lpstr>
      <vt:lpstr>Noto Sans KR</vt:lpstr>
      <vt:lpstr>맑은 고딕</vt:lpstr>
      <vt:lpstr>Arial</vt:lpstr>
      <vt:lpstr>Calibri</vt:lpstr>
      <vt:lpstr>Consolas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my</dc:creator>
  <cp:lastModifiedBy>양소희</cp:lastModifiedBy>
  <cp:revision>238</cp:revision>
  <dcterms:created xsi:type="dcterms:W3CDTF">2022-04-18T01:28:53Z</dcterms:created>
  <dcterms:modified xsi:type="dcterms:W3CDTF">2026-10-22T12:45:46Z</dcterms:modified>
  <cp:version/>
</cp:coreProperties>
</file>