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c8a2bc50c64704" /><Relationship Type="http://schemas.openxmlformats.org/officeDocument/2006/relationships/extended-properties" Target="/docProps/app.xml" Id="Rd7d54ffcb9bd444a" /><Relationship Type="http://schemas.openxmlformats.org/officeDocument/2006/relationships/officeDocument" Target="/ppt/presentation.xml" Id="Ra2b5480477dc46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9275000d3c44de"/>
  </p:sldMasterIdLst>
  <p:notesMasterIdLst>
    <p:notesMasterId xmlns:r="http://schemas.openxmlformats.org/officeDocument/2006/relationships" r:id="Rc30bdb138e544841"/>
  </p:notesMasterIdLst>
  <p:sldIdLst>
    <p:sldId xmlns:r="http://schemas.openxmlformats.org/officeDocument/2006/relationships" id="256" r:id="Ra7c4786fe7d2432c"/>
    <p:sldId xmlns:r="http://schemas.openxmlformats.org/officeDocument/2006/relationships" id="257" r:id="Rd27b8a758e954280"/>
  </p:sldIdLst>
  <p:sldSz cx="20104100" cy="11309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cf1b5f67a445b4" /><Relationship Type="http://schemas.openxmlformats.org/officeDocument/2006/relationships/slideMaster" Target="/ppt/slideMasters/slideMaster1.xml" Id="R939275000d3c44de" /><Relationship Type="http://schemas.openxmlformats.org/officeDocument/2006/relationships/notesMaster" Target="/ppt/notesMasters/notesMaster1.xml" Id="Rc30bdb138e544841" /><Relationship Type="http://schemas.openxmlformats.org/officeDocument/2006/relationships/presProps" Target="/ppt/presProps.xml" Id="R32364814d94c4f89" /><Relationship Type="http://schemas.openxmlformats.org/officeDocument/2006/relationships/tableStyles" Target="/ppt/tableStyles.xml" Id="R0c686038b3874af6" /><Relationship Type="http://schemas.openxmlformats.org/officeDocument/2006/relationships/slide" Target="/ppt/slides/slide1.xml" Id="Ra7c4786fe7d2432c" /><Relationship Type="http://schemas.openxmlformats.org/officeDocument/2006/relationships/slide" Target="/ppt/slides/slide2.xml" Id="Rd27b8a758e9542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9761f888d4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39e41689cf4c2f" /><Relationship Type="http://schemas.openxmlformats.org/officeDocument/2006/relationships/notesMaster" Target="/ppt/notesMasters/notesMaster1.xml" Id="R4f447ea54c4841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452b0eaedd4265" /><Relationship Type="http://schemas.openxmlformats.org/officeDocument/2006/relationships/notesMaster" Target="/ppt/notesMasters/notesMaster1.xml" Id="R1386c2333abd4f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기준일: 2026-10-26. Tapo C225 V2 공식 사양: https://www.tapo.com/us/product/tapo-c225-security-camera/v2/1-pack/specs/ . eufy E220 공식 제품 페이지: https://www.eufy.com/products/t8410121 . 자연어로 과거 이벤트를 질의하는 기능과 하루 자연어 브리핑은 두 공식 자료에서 확인되지 않아 미기재로 표시. 스마트 스피커의 음성 제어와 기록에 대한 자연어 질의는 구분. HOME-TALK 근거: web/src/screens/HomeScreen.jsx, web/src/context/AppDataContext.jsx, web/src/lib/api.js, src/mcp/tools/event.tools.js, src/mcp/tools/camera.tools.js. HOME-TALK은 개발 프로토타입이며 상용 제품과 감지 성능을 직접 비교한 결과가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예시이며 실제 사고 확정이나 고정 알림 지연시간을 보장하지 않음. 첫 번째 시나리오는 거실 모드에서 낙상 감지 또는 낙상 의심 이벤트가 생성되고 알림을 받은 뒤 이벤트 영상과 현재 화면을 확인하는 흐름. 두 번째 시나리오는 아이 울음소리 이벤트 알림 뒤 저장된 이벤트와 현재 화면을 확인하는 흐름. AI 대화 화면 영역은 발표자가 실제 앱 캡처로 교체. 시연 전 로그인, 네트워크, 장치 하트비트, 브라우저 알림 허용, 카메라 연결과 모드 반영을 확인. 출처: web/src/screens/HomeScreen.jsx, web/src/lib/api.js, web/src/context/AppDataContext.jsx, src/mcp/tools/event.tools.js, src/mcp/tools/camera.tools.js.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d6acd3a8f44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99b3ce11348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427fe315649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75605342b46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7dd3cbadd43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01b4d8f77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F5CD59-4622-4BAA-B281-14A60CAFD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272421"/>
            <a:ext cx="16083280" cy="1633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05FF90-415F-4423-902A-B456A126B1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015615" y="6220143"/>
            <a:ext cx="14072870" cy="12565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B4D685-9CB1-433C-9FA4-E4AD821DA5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10410" y="4712229"/>
            <a:ext cx="16083280" cy="1884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92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6DAD7D-D80E-41A9-9A8F-F46F324C58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0E3139-138B-42BD-BEFA-EDEA062C46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17842389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9FF3EA-F5BD-45AB-BA99-99A7D6F596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5D88A2-FB3E-413E-A670-9C5F852A0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3E0BCB-50E3-4CC4-8787-E7DD944D53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0680303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4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E4C7FB-9C18-4A5A-8CC0-AED117F8B1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30856" y="879616"/>
            <a:ext cx="17842389" cy="138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4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874BB8-AAE1-4E55-995D-EBDB531B5C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30856" y="3141486"/>
            <a:ext cx="8292941" cy="7036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7695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7955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38215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88475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38736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889964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392567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895169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397772" indent="-376952" algn="l">
              <a:lnSpc>
                <a:spcPct val="110000"/>
              </a:lnSpc>
              <a:spcBef>
                <a:spcPts val="0"/>
              </a:spcBef>
              <a:spcAft>
                <a:spcPts val="1979"/>
              </a:spcAft>
              <a:buChar char="•"/>
              <a:defRPr sz="371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b919ac0e5a4eb6" /><Relationship Type="http://schemas.openxmlformats.org/officeDocument/2006/relationships/slideLayout" Target="/ppt/slideLayouts/slideLayout1.xml" Id="Rf732275027b54f17" /><Relationship Type="http://schemas.openxmlformats.org/officeDocument/2006/relationships/slideLayout" Target="/ppt/slideLayouts/slideLayout2.xml" Id="R4e8aa143b9a74c49" /><Relationship Type="http://schemas.openxmlformats.org/officeDocument/2006/relationships/slideLayout" Target="/ppt/slideLayouts/slideLayout3.xml" Id="R59ce2df1ea7c46dc" /><Relationship Type="http://schemas.openxmlformats.org/officeDocument/2006/relationships/slideLayout" Target="/ppt/slideLayouts/slideLayout4.xml" Id="Rc2fd9b4ce0ee453d" /><Relationship Type="http://schemas.openxmlformats.org/officeDocument/2006/relationships/slideLayout" Target="/ppt/slideLayouts/slideLayout5.xml" Id="Re8906f9188a4484f" /><Relationship Type="http://schemas.openxmlformats.org/officeDocument/2006/relationships/slideLayout" Target="/ppt/slideLayouts/slideLayout6.xml" Id="Rffbc6d32b80845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2275027b54f17"/>
    <p:sldLayoutId xmlns:r="http://schemas.openxmlformats.org/officeDocument/2006/relationships" id="2147483650" r:id="R4e8aa143b9a74c49"/>
    <p:sldLayoutId xmlns:r="http://schemas.openxmlformats.org/officeDocument/2006/relationships" id="2147483651" r:id="R59ce2df1ea7c46dc"/>
    <p:sldLayoutId xmlns:r="http://schemas.openxmlformats.org/officeDocument/2006/relationships" id="2147483652" r:id="Rc2fd9b4ce0ee453d"/>
    <p:sldLayoutId xmlns:r="http://schemas.openxmlformats.org/officeDocument/2006/relationships" id="2147483653" r:id="Re8906f9188a4484f"/>
    <p:sldLayoutId xmlns:r="http://schemas.openxmlformats.org/officeDocument/2006/relationships" id="2147483654" r:id="Rffbc6d32b80845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660967636450c" /><Relationship Type="http://schemas.openxmlformats.org/officeDocument/2006/relationships/notesSlide" Target="/ppt/notesSlides/notesSlide1.xml" Id="R8c95b0ead9e444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05e4ad1cd4646" /><Relationship Type="http://schemas.openxmlformats.org/officeDocument/2006/relationships/notesSlide" Target="/ppt/notesSlides/notesSlide2.xml" Id="R21f241359fa343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navy-header">
            <a:extLst xmlns:a="http://schemas.openxmlformats.org/drawingml/2006/main">
              <a:ext uri="{FF2B5EF4-FFF2-40B4-BE49-F238E27FC236}">
                <a16:creationId xmlns:a16="http://schemas.microsoft.com/office/drawing/2014/main" id="{00BE6B47-DA8B-4400-9C2F-7A0CF8B1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A21CE-F5C6-4156-84BC-F4C0D037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87D7CE"/>
                </a:solidFill>
              </a:defRPr>
            </a:defPPr>
            <a:lvl1pPr algn="l">
              <a:defRPr sz="1650" b="1">
                <a:solidFill>
                  <a:srgbClr val="87D7CE"/>
                </a:solidFill>
              </a:defRPr>
            </a:lvl1pPr>
            <a:lvl2pPr algn="l">
              <a:defRPr sz="1650" b="1">
                <a:solidFill>
                  <a:srgbClr val="87D7CE"/>
                </a:solidFill>
              </a:defRPr>
            </a:lvl2pPr>
            <a:lvl3pPr algn="l">
              <a:defRPr sz="1650" b="1">
                <a:solidFill>
                  <a:srgbClr val="87D7CE"/>
                </a:solidFill>
              </a:defRPr>
            </a:lvl3pPr>
            <a:lvl4pPr algn="l">
              <a:defRPr sz="1650" b="1">
                <a:solidFill>
                  <a:srgbClr val="87D7CE"/>
                </a:solidFill>
              </a:defRPr>
            </a:lvl4pPr>
            <a:lvl5pPr algn="l">
              <a:defRPr sz="1650" b="1">
                <a:solidFill>
                  <a:srgbClr val="87D7CE"/>
                </a:solidFill>
              </a:defRPr>
            </a:lvl5pPr>
            <a:lvl6pPr algn="l">
              <a:defRPr sz="1650" b="1">
                <a:solidFill>
                  <a:srgbClr val="87D7CE"/>
                </a:solidFill>
              </a:defRPr>
            </a:lvl6pPr>
            <a:lvl7pPr algn="l">
              <a:defRPr sz="1650" b="1">
                <a:solidFill>
                  <a:srgbClr val="87D7CE"/>
                </a:solidFill>
              </a:defRPr>
            </a:lvl7pPr>
            <a:lvl8pPr algn="l">
              <a:defRPr sz="1650" b="1">
                <a:solidFill>
                  <a:srgbClr val="87D7CE"/>
                </a:solidFill>
              </a:defRPr>
            </a:lvl8pPr>
            <a:lvl9pPr algn="l">
              <a:defRPr sz="1650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7D7CE"/>
                </a:solidFill>
              </a:defRPr>
            </a:pPr>
            <a:r>
              <a:rPr sz="1650" b="1">
                <a:solidFill>
                  <a:srgbClr val="87D7CE"/>
                </a:solidFill>
              </a:rPr>
              <a:t>I2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DB54A5D-F98E-4778-AF15-81147E2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001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353BD-66F5-4F80-92F2-F7BAB1BB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19200"/>
            <a:ext cx="1647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시중 홈캠과 HOME-TALK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A4132-780D-42A3-8DAC-3A06D6B5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19300"/>
            <a:ext cx="1647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5DDF1"/>
                </a:solidFill>
              </a:defRPr>
            </a:defPPr>
            <a:lvl1pPr algn="l">
              <a:defRPr sz="1875" b="0">
                <a:solidFill>
                  <a:srgbClr val="D5DDF1"/>
                </a:solidFill>
              </a:defRPr>
            </a:lvl1pPr>
            <a:lvl2pPr algn="l">
              <a:defRPr sz="1875" b="0">
                <a:solidFill>
                  <a:srgbClr val="D5DDF1"/>
                </a:solidFill>
              </a:defRPr>
            </a:lvl2pPr>
            <a:lvl3pPr algn="l">
              <a:defRPr sz="1875" b="0">
                <a:solidFill>
                  <a:srgbClr val="D5DDF1"/>
                </a:solidFill>
              </a:defRPr>
            </a:lvl3pPr>
            <a:lvl4pPr algn="l">
              <a:defRPr sz="1875" b="0">
                <a:solidFill>
                  <a:srgbClr val="D5DDF1"/>
                </a:solidFill>
              </a:defRPr>
            </a:lvl4pPr>
            <a:lvl5pPr algn="l">
              <a:defRPr sz="1875" b="0">
                <a:solidFill>
                  <a:srgbClr val="D5DDF1"/>
                </a:solidFill>
              </a:defRPr>
            </a:lvl5pPr>
            <a:lvl6pPr algn="l">
              <a:defRPr sz="1875" b="0">
                <a:solidFill>
                  <a:srgbClr val="D5DDF1"/>
                </a:solidFill>
              </a:defRPr>
            </a:lvl6pPr>
            <a:lvl7pPr algn="l">
              <a:defRPr sz="1875" b="0">
                <a:solidFill>
                  <a:srgbClr val="D5DDF1"/>
                </a:solidFill>
              </a:defRPr>
            </a:lvl7pPr>
            <a:lvl8pPr algn="l">
              <a:defRPr sz="1875" b="0">
                <a:solidFill>
                  <a:srgbClr val="D5DDF1"/>
                </a:solidFill>
              </a:defRPr>
            </a:lvl8pPr>
            <a:lvl9pPr algn="l">
              <a:defRPr sz="1875" b="0">
                <a:solidFill>
                  <a:srgbClr val="D5DDF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5DDF1"/>
                </a:solidFill>
              </a:defRPr>
            </a:pPr>
            <a:r>
              <a:rPr sz="1875" b="0">
                <a:solidFill>
                  <a:srgbClr val="D5DDF1"/>
                </a:solidFill>
              </a:rPr>
              <a:t>감지 이후의 기록 조회와 설명까지 보호자 경험으로 연결</a:t>
            </a:r>
          </a:p>
        </p:txBody>
      </p:sp>
      <p:sp>
        <p:nvSpPr>
          <p:cNvPr id="6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7D4B0763-C186-4B28-A854-181A8339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1809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8356E-7E73-410E-A79D-77D66E6C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057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0">
                <a:solidFill>
                  <a:srgbClr val="667085"/>
                </a:solidFill>
              </a:defRPr>
            </a:defPPr>
            <a:lvl1pPr algn="r">
              <a:defRPr sz="1350" b="0">
                <a:solidFill>
                  <a:srgbClr val="667085"/>
                </a:solidFill>
              </a:defRPr>
            </a:lvl1pPr>
            <a:lvl2pPr algn="r">
              <a:defRPr sz="1350" b="0">
                <a:solidFill>
                  <a:srgbClr val="667085"/>
                </a:solidFill>
              </a:defRPr>
            </a:lvl2pPr>
            <a:lvl3pPr algn="r">
              <a:defRPr sz="1350" b="0">
                <a:solidFill>
                  <a:srgbClr val="667085"/>
                </a:solidFill>
              </a:defRPr>
            </a:lvl3pPr>
            <a:lvl4pPr algn="r">
              <a:defRPr sz="1350" b="0">
                <a:solidFill>
                  <a:srgbClr val="667085"/>
                </a:solidFill>
              </a:defRPr>
            </a:lvl4pPr>
            <a:lvl5pPr algn="r">
              <a:defRPr sz="1350" b="0">
                <a:solidFill>
                  <a:srgbClr val="667085"/>
                </a:solidFill>
              </a:defRPr>
            </a:lvl5pPr>
            <a:lvl6pPr algn="r">
              <a:defRPr sz="1350" b="0">
                <a:solidFill>
                  <a:srgbClr val="667085"/>
                </a:solidFill>
              </a:defRPr>
            </a:lvl6pPr>
            <a:lvl7pPr algn="r">
              <a:defRPr sz="1350" b="0">
                <a:solidFill>
                  <a:srgbClr val="667085"/>
                </a:solidFill>
              </a:defRPr>
            </a:lvl7pPr>
            <a:lvl8pPr algn="r">
              <a:defRPr sz="1350" b="0">
                <a:solidFill>
                  <a:srgbClr val="667085"/>
                </a:solidFill>
              </a:defRPr>
            </a:lvl8pPr>
            <a:lvl9pPr algn="r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EF375-0FCD-40EE-B66E-4041EF1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29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7C828A"/>
                </a:solidFill>
              </a:defRPr>
            </a:defPPr>
            <a:lvl1pPr algn="r">
              <a:defRPr sz="1875" b="1">
                <a:solidFill>
                  <a:srgbClr val="7C828A"/>
                </a:solidFill>
              </a:defRPr>
            </a:lvl1pPr>
            <a:lvl2pPr algn="r">
              <a:defRPr sz="1875" b="1">
                <a:solidFill>
                  <a:srgbClr val="7C828A"/>
                </a:solidFill>
              </a:defRPr>
            </a:lvl2pPr>
            <a:lvl3pPr algn="r">
              <a:defRPr sz="1875" b="1">
                <a:solidFill>
                  <a:srgbClr val="7C828A"/>
                </a:solidFill>
              </a:defRPr>
            </a:lvl3pPr>
            <a:lvl4pPr algn="r">
              <a:defRPr sz="1875" b="1">
                <a:solidFill>
                  <a:srgbClr val="7C828A"/>
                </a:solidFill>
              </a:defRPr>
            </a:lvl4pPr>
            <a:lvl5pPr algn="r">
              <a:defRPr sz="1875" b="1">
                <a:solidFill>
                  <a:srgbClr val="7C828A"/>
                </a:solidFill>
              </a:defRPr>
            </a:lvl5pPr>
            <a:lvl6pPr algn="r">
              <a:defRPr sz="1875" b="1">
                <a:solidFill>
                  <a:srgbClr val="7C828A"/>
                </a:solidFill>
              </a:defRPr>
            </a:lvl6pPr>
            <a:lvl7pPr algn="r">
              <a:defRPr sz="1875" b="1">
                <a:solidFill>
                  <a:srgbClr val="7C828A"/>
                </a:solidFill>
              </a:defRPr>
            </a:lvl7pPr>
            <a:lvl8pPr algn="r">
              <a:defRPr sz="1875" b="1">
                <a:solidFill>
                  <a:srgbClr val="7C828A"/>
                </a:solidFill>
              </a:defRPr>
            </a:lvl8pPr>
            <a:lvl9pPr algn="r">
              <a:defRPr sz="1875" b="1">
                <a:solidFill>
                  <a:srgbClr val="7C828A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7C828A"/>
                </a:solidFill>
              </a:defRPr>
            </a:pPr>
            <a:r>
              <a:rPr sz="1875" b="1">
                <a:solidFill>
                  <a:srgbClr val="7C828A"/>
                </a:solidFill>
              </a:rPr>
              <a:t>SEOULTECH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09F64-D3ED-4766-BEAB-F36F2FD4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8610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4A0CE-A3D0-4A47-A5A6-C1F66324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57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8C37E-C88F-48DE-98FB-4BC8A10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8610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3DDAB-A191-476E-B664-4C88A5E3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Tapo C225 V2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A8D16-9525-4D73-8981-215607AD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8610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9480B-D138-4A34-9DD5-831C8EDD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575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eufy E220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7FBA6-1CFC-4E41-B51F-9FE97F04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0861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70C8F8-C66B-47CA-8DA2-FEF74C31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2575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HOME-TALK 개발 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D6438-5BE6-4B6E-96C8-BB49F918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719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8CC42-F816-48F1-B3A8-3749FF49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814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감지 범위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ADEDB-1C78-4B32-95C6-FF38592E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71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526B9-40B8-400D-BF1C-BA1BB8BB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81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사람·차량·반려동물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울음·짖음·유리 파손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FAB4D-809F-4B78-BB44-5569985D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71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73C418-510D-433A-AD5A-4D88B145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사람·반려동물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소리·울음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BE19C-FD92-4BE8-8CB4-9944B7DE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77190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0FE3D-1049-45DC-8D72-DFB98111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981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방문·택배·낙상/의심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생활·위험 소리 6종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3738E0-F6B3-4437-B26B-0A4213F1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149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17867-5562-4519-BB0C-98CEBBF9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244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기록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B80A02-4E5D-4B58-89FC-B493E322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14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40A1F-FD68-4B0D-80FB-B2B450BF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24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감지 알림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로컬·클라우드 저장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D87E8-163D-4A29-860D-8A8046FA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14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7BD17-A1AE-4759-A296-86E96B0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24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감지 알림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로컬·클라우드 저장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D316AF-38AA-41A8-A92F-B9D7644A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491490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D3C88-BE16-4A47-A9A8-997F60CC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124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위험 등급별 알림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이벤트와 첨부 기록 조회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0242A0-6FB3-4FB5-9041-562AC3BF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579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13B1C-A8A7-4480-B3C3-B9B39169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2674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자연어 질문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849BC9-A1B3-4D6C-B147-B9798AEE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057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10DDCD-92F7-4931-A2C1-6B9372F7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267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5594D7-ABFD-4E6A-B971-7D8B67D5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57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5B2610-36DC-44C4-9CC5-ACA85435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67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5982FE-59DD-48BA-8965-C453EEB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05790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261DAD-A717-4372-B31B-57CB9611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267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“오늘 방문 기록 알려줘”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질문에 맞는 기록 검색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C8D7E1-95D8-4B7E-BE70-6BA1CA42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0090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30CCF0-528C-446E-81BF-58F73FB7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4104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하루 브리핑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6EC7BB-EA22-4258-BACB-69AF6E37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200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CDCFEC-DA08-4A6E-92CE-206D8948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410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36FDCF-2B88-49FA-8A5A-014B056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20090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472956-705C-4D8D-A6AF-63532360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41045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714BB1-F729-4C87-97FE-1AD459FF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720090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BEE10C-9621-4F1D-BA91-944614AD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4104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하루 이벤트를 자연어로 요약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앱에서 바로 확인</a:t>
            </a:r>
          </a:p>
        </p:txBody>
      </p:sp>
      <p:sp>
        <p:nvSpPr>
          <p:cNvPr id="49" name="key-difference">
            <a:extLst xmlns:a="http://schemas.openxmlformats.org/drawingml/2006/main">
              <a:ext uri="{FF2B5EF4-FFF2-40B4-BE49-F238E27FC236}">
                <a16:creationId xmlns:a16="http://schemas.microsoft.com/office/drawing/2014/main" id="{4714D029-FE20-4043-BE66-37ADC727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63000"/>
            <a:ext cx="18097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C30463-88CF-4C9F-90D5-C45AA13C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34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87D7CE"/>
                </a:solidFill>
              </a:defRPr>
            </a:defPPr>
            <a:lvl1pPr algn="l">
              <a:defRPr sz="1875" b="1">
                <a:solidFill>
                  <a:srgbClr val="87D7CE"/>
                </a:solidFill>
              </a:defRPr>
            </a:lvl1pPr>
            <a:lvl2pPr algn="l">
              <a:defRPr sz="1875" b="1">
                <a:solidFill>
                  <a:srgbClr val="87D7CE"/>
                </a:solidFill>
              </a:defRPr>
            </a:lvl2pPr>
            <a:lvl3pPr algn="l">
              <a:defRPr sz="1875" b="1">
                <a:solidFill>
                  <a:srgbClr val="87D7CE"/>
                </a:solidFill>
              </a:defRPr>
            </a:lvl3pPr>
            <a:lvl4pPr algn="l">
              <a:defRPr sz="1875" b="1">
                <a:solidFill>
                  <a:srgbClr val="87D7CE"/>
                </a:solidFill>
              </a:defRPr>
            </a:lvl4pPr>
            <a:lvl5pPr algn="l">
              <a:defRPr sz="1875" b="1">
                <a:solidFill>
                  <a:srgbClr val="87D7CE"/>
                </a:solidFill>
              </a:defRPr>
            </a:lvl5pPr>
            <a:lvl6pPr algn="l">
              <a:defRPr sz="1875" b="1">
                <a:solidFill>
                  <a:srgbClr val="87D7CE"/>
                </a:solidFill>
              </a:defRPr>
            </a:lvl6pPr>
            <a:lvl7pPr algn="l">
              <a:defRPr sz="1875" b="1">
                <a:solidFill>
                  <a:srgbClr val="87D7CE"/>
                </a:solidFill>
              </a:defRPr>
            </a:lvl7pPr>
            <a:lvl8pPr algn="l">
              <a:defRPr sz="1875" b="1">
                <a:solidFill>
                  <a:srgbClr val="87D7CE"/>
                </a:solidFill>
              </a:defRPr>
            </a:lvl8pPr>
            <a:lvl9pPr algn="l">
              <a:defRPr sz="1875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7D7CE"/>
                </a:solidFill>
              </a:defRPr>
            </a:pPr>
            <a:r>
              <a:rPr sz="1875" b="1">
                <a:solidFill>
                  <a:srgbClr val="87D7CE"/>
                </a:solidFill>
              </a:rPr>
              <a:t>HOME-TALK의 차별점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A0204F-E3BF-4D22-8AB4-F30EA41B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877300"/>
            <a:ext cx="1409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감지 결과를 나열하는 데서 끝나지 않고, 보호자의 질문을 기록 조회와 하루 브리핑으로 연결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C0A8C8-41E9-4621-B491-1194105D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858375"/>
            <a:ext cx="152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  <a:lvl1pPr algn="l">
              <a:defRPr sz="1350" b="0">
                <a:solidFill>
                  <a:srgbClr val="667085"/>
                </a:solidFill>
              </a:defRPr>
            </a:lvl1pPr>
            <a:lvl2pPr algn="l">
              <a:defRPr sz="1350" b="0">
                <a:solidFill>
                  <a:srgbClr val="667085"/>
                </a:solidFill>
              </a:defRPr>
            </a:lvl2pPr>
            <a:lvl3pPr algn="l">
              <a:defRPr sz="1350" b="0">
                <a:solidFill>
                  <a:srgbClr val="667085"/>
                </a:solidFill>
              </a:defRPr>
            </a:lvl3pPr>
            <a:lvl4pPr algn="l">
              <a:defRPr sz="1350" b="0">
                <a:solidFill>
                  <a:srgbClr val="667085"/>
                </a:solidFill>
              </a:defRPr>
            </a:lvl4pPr>
            <a:lvl5pPr algn="l">
              <a:defRPr sz="1350" b="0">
                <a:solidFill>
                  <a:srgbClr val="667085"/>
                </a:solidFill>
              </a:defRPr>
            </a:lvl5pPr>
            <a:lvl6pPr algn="l">
              <a:defRPr sz="1350" b="0">
                <a:solidFill>
                  <a:srgbClr val="667085"/>
                </a:solidFill>
              </a:defRPr>
            </a:lvl6pPr>
            <a:lvl7pPr algn="l">
              <a:defRPr sz="1350" b="0">
                <a:solidFill>
                  <a:srgbClr val="667085"/>
                </a:solidFill>
              </a:defRPr>
            </a:lvl7pPr>
            <a:lvl8pPr algn="l">
              <a:defRPr sz="1350" b="0">
                <a:solidFill>
                  <a:srgbClr val="667085"/>
                </a:solidFill>
              </a:defRPr>
            </a:lvl8pPr>
            <a:lvl9pPr algn="l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공식 제품 자료 기준(2026.10.26) · 미기재는 미지원 단정이 아님 · 상용 제품과 감지 성능을 직접 비교한 결과는 아님</a:t>
            </a:r>
          </a:p>
        </p:txBody>
      </p:sp>
    </p:spTree>
    <p:extLst>
      <p:ext uri="{BB962C8B-B14F-4D97-AF65-F5344CB8AC3E}">
        <p14:creationId xmlns:p14="http://schemas.microsoft.com/office/powerpoint/2010/main" val="1816556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navy-header">
            <a:extLst xmlns:a="http://schemas.openxmlformats.org/drawingml/2006/main">
              <a:ext uri="{FF2B5EF4-FFF2-40B4-BE49-F238E27FC236}">
                <a16:creationId xmlns:a16="http://schemas.microsoft.com/office/drawing/2014/main" id="{025CE902-D57B-4395-A4AF-1D7972D0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1041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64582-4952-44DF-A3CF-606C2BE5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2925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87D7CE"/>
                </a:solidFill>
              </a:defRPr>
            </a:defPPr>
            <a:lvl1pPr algn="l">
              <a:defRPr sz="1650" b="1">
                <a:solidFill>
                  <a:srgbClr val="87D7CE"/>
                </a:solidFill>
              </a:defRPr>
            </a:lvl1pPr>
            <a:lvl2pPr algn="l">
              <a:defRPr sz="1650" b="1">
                <a:solidFill>
                  <a:srgbClr val="87D7CE"/>
                </a:solidFill>
              </a:defRPr>
            </a:lvl2pPr>
            <a:lvl3pPr algn="l">
              <a:defRPr sz="1650" b="1">
                <a:solidFill>
                  <a:srgbClr val="87D7CE"/>
                </a:solidFill>
              </a:defRPr>
            </a:lvl3pPr>
            <a:lvl4pPr algn="l">
              <a:defRPr sz="1650" b="1">
                <a:solidFill>
                  <a:srgbClr val="87D7CE"/>
                </a:solidFill>
              </a:defRPr>
            </a:lvl4pPr>
            <a:lvl5pPr algn="l">
              <a:defRPr sz="1650" b="1">
                <a:solidFill>
                  <a:srgbClr val="87D7CE"/>
                </a:solidFill>
              </a:defRPr>
            </a:lvl5pPr>
            <a:lvl6pPr algn="l">
              <a:defRPr sz="1650" b="1">
                <a:solidFill>
                  <a:srgbClr val="87D7CE"/>
                </a:solidFill>
              </a:defRPr>
            </a:lvl6pPr>
            <a:lvl7pPr algn="l">
              <a:defRPr sz="1650" b="1">
                <a:solidFill>
                  <a:srgbClr val="87D7CE"/>
                </a:solidFill>
              </a:defRPr>
            </a:lvl7pPr>
            <a:lvl8pPr algn="l">
              <a:defRPr sz="1650" b="1">
                <a:solidFill>
                  <a:srgbClr val="87D7CE"/>
                </a:solidFill>
              </a:defRPr>
            </a:lvl8pPr>
            <a:lvl9pPr algn="l">
              <a:defRPr sz="1650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87D7CE"/>
                </a:solidFill>
              </a:defRPr>
            </a:pPr>
            <a:r>
              <a:rPr sz="1650" b="1">
                <a:solidFill>
                  <a:srgbClr val="87D7CE"/>
                </a:solidFill>
              </a:rPr>
              <a:t>I3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9848765-8005-418B-94B0-3A3386F8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001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53DB8-0EA7-42CE-B70C-61888546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19200"/>
            <a:ext cx="1647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생활 속 시연 시나리오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86A71-EB98-41FF-8D22-4C5068FC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19300"/>
            <a:ext cx="1647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D5DDF1"/>
                </a:solidFill>
              </a:defRPr>
            </a:defPPr>
            <a:lvl1pPr algn="l">
              <a:defRPr sz="1875" b="0">
                <a:solidFill>
                  <a:srgbClr val="D5DDF1"/>
                </a:solidFill>
              </a:defRPr>
            </a:lvl1pPr>
            <a:lvl2pPr algn="l">
              <a:defRPr sz="1875" b="0">
                <a:solidFill>
                  <a:srgbClr val="D5DDF1"/>
                </a:solidFill>
              </a:defRPr>
            </a:lvl2pPr>
            <a:lvl3pPr algn="l">
              <a:defRPr sz="1875" b="0">
                <a:solidFill>
                  <a:srgbClr val="D5DDF1"/>
                </a:solidFill>
              </a:defRPr>
            </a:lvl3pPr>
            <a:lvl4pPr algn="l">
              <a:defRPr sz="1875" b="0">
                <a:solidFill>
                  <a:srgbClr val="D5DDF1"/>
                </a:solidFill>
              </a:defRPr>
            </a:lvl4pPr>
            <a:lvl5pPr algn="l">
              <a:defRPr sz="1875" b="0">
                <a:solidFill>
                  <a:srgbClr val="D5DDF1"/>
                </a:solidFill>
              </a:defRPr>
            </a:lvl5pPr>
            <a:lvl6pPr algn="l">
              <a:defRPr sz="1875" b="0">
                <a:solidFill>
                  <a:srgbClr val="D5DDF1"/>
                </a:solidFill>
              </a:defRPr>
            </a:lvl6pPr>
            <a:lvl7pPr algn="l">
              <a:defRPr sz="1875" b="0">
                <a:solidFill>
                  <a:srgbClr val="D5DDF1"/>
                </a:solidFill>
              </a:defRPr>
            </a:lvl7pPr>
            <a:lvl8pPr algn="l">
              <a:defRPr sz="1875" b="0">
                <a:solidFill>
                  <a:srgbClr val="D5DDF1"/>
                </a:solidFill>
              </a:defRPr>
            </a:lvl8pPr>
            <a:lvl9pPr algn="l">
              <a:defRPr sz="1875" b="0">
                <a:solidFill>
                  <a:srgbClr val="D5DDF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5DDF1"/>
                </a:solidFill>
              </a:defRPr>
            </a:pPr>
            <a:r>
              <a:rPr sz="1875" b="0">
                <a:solidFill>
                  <a:srgbClr val="D5DDF1"/>
                </a:solidFill>
              </a:rPr>
              <a:t>이상 상황을 알림으로 받고, 영상과 AI 대화로 집 안의 상태를 확인</a:t>
            </a:r>
          </a:p>
        </p:txBody>
      </p:sp>
      <p:sp>
        <p:nvSpPr>
          <p:cNvPr id="6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B2A7213-9293-41DD-81F9-172FAE20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1809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7FDDC-38D3-48E0-8980-29ABC5F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057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0">
                <a:solidFill>
                  <a:srgbClr val="667085"/>
                </a:solidFill>
              </a:defRPr>
            </a:defPPr>
            <a:lvl1pPr algn="r">
              <a:defRPr sz="1350" b="0">
                <a:solidFill>
                  <a:srgbClr val="667085"/>
                </a:solidFill>
              </a:defRPr>
            </a:lvl1pPr>
            <a:lvl2pPr algn="r">
              <a:defRPr sz="1350" b="0">
                <a:solidFill>
                  <a:srgbClr val="667085"/>
                </a:solidFill>
              </a:defRPr>
            </a:lvl2pPr>
            <a:lvl3pPr algn="r">
              <a:defRPr sz="1350" b="0">
                <a:solidFill>
                  <a:srgbClr val="667085"/>
                </a:solidFill>
              </a:defRPr>
            </a:lvl3pPr>
            <a:lvl4pPr algn="r">
              <a:defRPr sz="1350" b="0">
                <a:solidFill>
                  <a:srgbClr val="667085"/>
                </a:solidFill>
              </a:defRPr>
            </a:lvl4pPr>
            <a:lvl5pPr algn="r">
              <a:defRPr sz="1350" b="0">
                <a:solidFill>
                  <a:srgbClr val="667085"/>
                </a:solidFill>
              </a:defRPr>
            </a:lvl5pPr>
            <a:lvl6pPr algn="r">
              <a:defRPr sz="1350" b="0">
                <a:solidFill>
                  <a:srgbClr val="667085"/>
                </a:solidFill>
              </a:defRPr>
            </a:lvl6pPr>
            <a:lvl7pPr algn="r">
              <a:defRPr sz="1350" b="0">
                <a:solidFill>
                  <a:srgbClr val="667085"/>
                </a:solidFill>
              </a:defRPr>
            </a:lvl7pPr>
            <a:lvl8pPr algn="r">
              <a:defRPr sz="1350" b="0">
                <a:solidFill>
                  <a:srgbClr val="667085"/>
                </a:solidFill>
              </a:defRPr>
            </a:lvl8pPr>
            <a:lvl9pPr algn="r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21016-CF43-410B-B0BC-8E04C9F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29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7C828A"/>
                </a:solidFill>
              </a:defRPr>
            </a:defPPr>
            <a:lvl1pPr algn="r">
              <a:defRPr sz="1875" b="1">
                <a:solidFill>
                  <a:srgbClr val="7C828A"/>
                </a:solidFill>
              </a:defRPr>
            </a:lvl1pPr>
            <a:lvl2pPr algn="r">
              <a:defRPr sz="1875" b="1">
                <a:solidFill>
                  <a:srgbClr val="7C828A"/>
                </a:solidFill>
              </a:defRPr>
            </a:lvl2pPr>
            <a:lvl3pPr algn="r">
              <a:defRPr sz="1875" b="1">
                <a:solidFill>
                  <a:srgbClr val="7C828A"/>
                </a:solidFill>
              </a:defRPr>
            </a:lvl3pPr>
            <a:lvl4pPr algn="r">
              <a:defRPr sz="1875" b="1">
                <a:solidFill>
                  <a:srgbClr val="7C828A"/>
                </a:solidFill>
              </a:defRPr>
            </a:lvl4pPr>
            <a:lvl5pPr algn="r">
              <a:defRPr sz="1875" b="1">
                <a:solidFill>
                  <a:srgbClr val="7C828A"/>
                </a:solidFill>
              </a:defRPr>
            </a:lvl5pPr>
            <a:lvl6pPr algn="r">
              <a:defRPr sz="1875" b="1">
                <a:solidFill>
                  <a:srgbClr val="7C828A"/>
                </a:solidFill>
              </a:defRPr>
            </a:lvl6pPr>
            <a:lvl7pPr algn="r">
              <a:defRPr sz="1875" b="1">
                <a:solidFill>
                  <a:srgbClr val="7C828A"/>
                </a:solidFill>
              </a:defRPr>
            </a:lvl7pPr>
            <a:lvl8pPr algn="r">
              <a:defRPr sz="1875" b="1">
                <a:solidFill>
                  <a:srgbClr val="7C828A"/>
                </a:solidFill>
              </a:defRPr>
            </a:lvl8pPr>
            <a:lvl9pPr algn="r">
              <a:defRPr sz="1875" b="1">
                <a:solidFill>
                  <a:srgbClr val="7C828A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7C828A"/>
                </a:solidFill>
              </a:defRPr>
            </a:pPr>
            <a:r>
              <a:rPr sz="1875" b="1">
                <a:solidFill>
                  <a:srgbClr val="7C828A"/>
                </a:solidFill>
              </a:rPr>
              <a:t>SEOULTECH</a:t>
            </a:r>
          </a:p>
        </p:txBody>
      </p:sp>
      <p:sp>
        <p:nvSpPr>
          <p:cNvPr id="9" name="scenario-01-accent">
            <a:extLst xmlns:a="http://schemas.openxmlformats.org/drawingml/2006/main">
              <a:ext uri="{FF2B5EF4-FFF2-40B4-BE49-F238E27FC236}">
                <a16:creationId xmlns:a16="http://schemas.microsoft.com/office/drawing/2014/main" id="{0BAC8451-77A3-4BE9-AB89-B619E27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-01">
            <a:extLst xmlns:a="http://schemas.openxmlformats.org/drawingml/2006/main">
              <a:ext uri="{FF2B5EF4-FFF2-40B4-BE49-F238E27FC236}">
                <a16:creationId xmlns:a16="http://schemas.microsoft.com/office/drawing/2014/main" id="{605BFD19-FB62-47BF-A9BF-A8B61C9E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1001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A6931-128D-42D4-BE90-C4631F85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099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C94B35"/>
                </a:solidFill>
              </a:defRPr>
            </a:defPPr>
            <a:lvl1pPr algn="l">
              <a:defRPr sz="1650" b="1">
                <a:solidFill>
                  <a:srgbClr val="C94B35"/>
                </a:solidFill>
              </a:defRPr>
            </a:lvl1pPr>
            <a:lvl2pPr algn="l">
              <a:defRPr sz="1650" b="1">
                <a:solidFill>
                  <a:srgbClr val="C94B35"/>
                </a:solidFill>
              </a:defRPr>
            </a:lvl2pPr>
            <a:lvl3pPr algn="l">
              <a:defRPr sz="1650" b="1">
                <a:solidFill>
                  <a:srgbClr val="C94B35"/>
                </a:solidFill>
              </a:defRPr>
            </a:lvl3pPr>
            <a:lvl4pPr algn="l">
              <a:defRPr sz="1650" b="1">
                <a:solidFill>
                  <a:srgbClr val="C94B35"/>
                </a:solidFill>
              </a:defRPr>
            </a:lvl4pPr>
            <a:lvl5pPr algn="l">
              <a:defRPr sz="1650" b="1">
                <a:solidFill>
                  <a:srgbClr val="C94B35"/>
                </a:solidFill>
              </a:defRPr>
            </a:lvl5pPr>
            <a:lvl6pPr algn="l">
              <a:defRPr sz="1650" b="1">
                <a:solidFill>
                  <a:srgbClr val="C94B35"/>
                </a:solidFill>
              </a:defRPr>
            </a:lvl6pPr>
            <a:lvl7pPr algn="l">
              <a:defRPr sz="1650" b="1">
                <a:solidFill>
                  <a:srgbClr val="C94B35"/>
                </a:solidFill>
              </a:defRPr>
            </a:lvl7pPr>
            <a:lvl8pPr algn="l">
              <a:defRPr sz="1650" b="1">
                <a:solidFill>
                  <a:srgbClr val="C94B35"/>
                </a:solidFill>
              </a:defRPr>
            </a:lvl8pPr>
            <a:lvl9pPr algn="l">
              <a:defRPr sz="1650" b="1">
                <a:solidFill>
                  <a:srgbClr val="C94B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C94B35"/>
                </a:solidFill>
              </a:defRPr>
            </a:pPr>
            <a:r>
              <a:rPr sz="1650" b="1">
                <a:solidFill>
                  <a:srgbClr val="C94B35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169EE-B7C1-4EC0-AE18-60DE4B4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337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72653"/>
                </a:solidFill>
              </a:defRPr>
            </a:defPPr>
            <a:lvl1pPr algn="l">
              <a:defRPr sz="2325" b="1">
                <a:solidFill>
                  <a:srgbClr val="172653"/>
                </a:solidFill>
              </a:defRPr>
            </a:lvl1pPr>
            <a:lvl2pPr algn="l">
              <a:defRPr sz="2325" b="1">
                <a:solidFill>
                  <a:srgbClr val="172653"/>
                </a:solidFill>
              </a:defRPr>
            </a:lvl2pPr>
            <a:lvl3pPr algn="l">
              <a:defRPr sz="2325" b="1">
                <a:solidFill>
                  <a:srgbClr val="172653"/>
                </a:solidFill>
              </a:defRPr>
            </a:lvl3pPr>
            <a:lvl4pPr algn="l">
              <a:defRPr sz="2325" b="1">
                <a:solidFill>
                  <a:srgbClr val="172653"/>
                </a:solidFill>
              </a:defRPr>
            </a:lvl4pPr>
            <a:lvl5pPr algn="l">
              <a:defRPr sz="2325" b="1">
                <a:solidFill>
                  <a:srgbClr val="172653"/>
                </a:solidFill>
              </a:defRPr>
            </a:lvl5pPr>
            <a:lvl6pPr algn="l">
              <a:defRPr sz="2325" b="1">
                <a:solidFill>
                  <a:srgbClr val="172653"/>
                </a:solidFill>
              </a:defRPr>
            </a:lvl6pPr>
            <a:lvl7pPr algn="l">
              <a:defRPr sz="2325" b="1">
                <a:solidFill>
                  <a:srgbClr val="172653"/>
                </a:solidFill>
              </a:defRPr>
            </a:lvl7pPr>
            <a:lvl8pPr algn="l">
              <a:defRPr sz="2325" b="1">
                <a:solidFill>
                  <a:srgbClr val="172653"/>
                </a:solidFill>
              </a:defRPr>
            </a:lvl8pPr>
            <a:lvl9pPr algn="l">
              <a:defRPr sz="2325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653"/>
                </a:solidFill>
              </a:defRPr>
            </a:pPr>
            <a:r>
              <a:rPr sz="2325" b="1">
                <a:solidFill>
                  <a:srgbClr val="172653"/>
                </a:solidFill>
              </a:rPr>
              <a:t>노부모 혼자 있는 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7BB20-F22C-4B25-94EE-D30F5DFC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9814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667085"/>
                </a:solidFill>
              </a:defRPr>
            </a:defPPr>
            <a:lvl1pPr algn="l">
              <a:defRPr sz="1500" b="1">
                <a:solidFill>
                  <a:srgbClr val="667085"/>
                </a:solidFill>
              </a:defRPr>
            </a:lvl1pPr>
            <a:lvl2pPr algn="l">
              <a:defRPr sz="1500" b="1">
                <a:solidFill>
                  <a:srgbClr val="667085"/>
                </a:solidFill>
              </a:defRPr>
            </a:lvl2pPr>
            <a:lvl3pPr algn="l">
              <a:defRPr sz="1500" b="1">
                <a:solidFill>
                  <a:srgbClr val="667085"/>
                </a:solidFill>
              </a:defRPr>
            </a:lvl3pPr>
            <a:lvl4pPr algn="l">
              <a:defRPr sz="1500" b="1">
                <a:solidFill>
                  <a:srgbClr val="667085"/>
                </a:solidFill>
              </a:defRPr>
            </a:lvl4pPr>
            <a:lvl5pPr algn="l">
              <a:defRPr sz="1500" b="1">
                <a:solidFill>
                  <a:srgbClr val="667085"/>
                </a:solidFill>
              </a:defRPr>
            </a:lvl5pPr>
            <a:lvl6pPr algn="l">
              <a:defRPr sz="1500" b="1">
                <a:solidFill>
                  <a:srgbClr val="667085"/>
                </a:solidFill>
              </a:defRPr>
            </a:lvl6pPr>
            <a:lvl7pPr algn="l">
              <a:defRPr sz="1500" b="1">
                <a:solidFill>
                  <a:srgbClr val="667085"/>
                </a:solidFill>
              </a:defRPr>
            </a:lvl7pPr>
            <a:lvl8pPr algn="l">
              <a:defRPr sz="1500" b="1">
                <a:solidFill>
                  <a:srgbClr val="667085"/>
                </a:solidFill>
              </a:defRPr>
            </a:lvl8pPr>
            <a:lvl9pPr algn="l">
              <a:defRPr sz="15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상황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645A2-DA96-4ED5-BE17-D8337E6F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보호자가 외출한 동안 부모님이 집에 혼자 계신 상황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9FA40-4C92-44EC-8404-5DF2FF37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767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2F70A-4C70-4C81-A527-3687E812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648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C94B35"/>
                </a:solidFill>
              </a:defRPr>
            </a:defPPr>
            <a:lvl1pPr algn="l">
              <a:defRPr sz="1500" b="1">
                <a:solidFill>
                  <a:srgbClr val="C94B35"/>
                </a:solidFill>
              </a:defRPr>
            </a:lvl1pPr>
            <a:lvl2pPr algn="l">
              <a:defRPr sz="1500" b="1">
                <a:solidFill>
                  <a:srgbClr val="C94B35"/>
                </a:solidFill>
              </a:defRPr>
            </a:lvl2pPr>
            <a:lvl3pPr algn="l">
              <a:defRPr sz="1500" b="1">
                <a:solidFill>
                  <a:srgbClr val="C94B35"/>
                </a:solidFill>
              </a:defRPr>
            </a:lvl3pPr>
            <a:lvl4pPr algn="l">
              <a:defRPr sz="1500" b="1">
                <a:solidFill>
                  <a:srgbClr val="C94B35"/>
                </a:solidFill>
              </a:defRPr>
            </a:lvl4pPr>
            <a:lvl5pPr algn="l">
              <a:defRPr sz="1500" b="1">
                <a:solidFill>
                  <a:srgbClr val="C94B35"/>
                </a:solidFill>
              </a:defRPr>
            </a:lvl5pPr>
            <a:lvl6pPr algn="l">
              <a:defRPr sz="1500" b="1">
                <a:solidFill>
                  <a:srgbClr val="C94B35"/>
                </a:solidFill>
              </a:defRPr>
            </a:lvl6pPr>
            <a:lvl7pPr algn="l">
              <a:defRPr sz="1500" b="1">
                <a:solidFill>
                  <a:srgbClr val="C94B35"/>
                </a:solidFill>
              </a:defRPr>
            </a:lvl7pPr>
            <a:lvl8pPr algn="l">
              <a:defRPr sz="1500" b="1">
                <a:solidFill>
                  <a:srgbClr val="C94B35"/>
                </a:solidFill>
              </a:defRPr>
            </a:lvl8pPr>
            <a:lvl9pPr algn="l">
              <a:defRPr sz="1500" b="1">
                <a:solidFill>
                  <a:srgbClr val="C94B3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94B35"/>
                </a:solidFill>
              </a:defRPr>
            </a:pPr>
            <a:r>
              <a:rPr sz="1500" b="1">
                <a:solidFill>
                  <a:srgbClr val="C94B35"/>
                </a:solidFill>
              </a:rPr>
              <a:t>알림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2E843-445E-4E78-87C7-C2FC3B3A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010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4324B"/>
                </a:solidFill>
              </a:defRPr>
            </a:defPPr>
            <a:lvl1pPr algn="l">
              <a:defRPr sz="1725" b="1">
                <a:solidFill>
                  <a:srgbClr val="24324B"/>
                </a:solidFill>
              </a:defRPr>
            </a:lvl1pPr>
            <a:lvl2pPr algn="l">
              <a:defRPr sz="1725" b="1">
                <a:solidFill>
                  <a:srgbClr val="24324B"/>
                </a:solidFill>
              </a:defRPr>
            </a:lvl2pPr>
            <a:lvl3pPr algn="l">
              <a:defRPr sz="1725" b="1">
                <a:solidFill>
                  <a:srgbClr val="24324B"/>
                </a:solidFill>
              </a:defRPr>
            </a:lvl3pPr>
            <a:lvl4pPr algn="l">
              <a:defRPr sz="1725" b="1">
                <a:solidFill>
                  <a:srgbClr val="24324B"/>
                </a:solidFill>
              </a:defRPr>
            </a:lvl4pPr>
            <a:lvl5pPr algn="l">
              <a:defRPr sz="1725" b="1">
                <a:solidFill>
                  <a:srgbClr val="24324B"/>
                </a:solidFill>
              </a:defRPr>
            </a:lvl5pPr>
            <a:lvl6pPr algn="l">
              <a:defRPr sz="1725" b="1">
                <a:solidFill>
                  <a:srgbClr val="24324B"/>
                </a:solidFill>
              </a:defRPr>
            </a:lvl6pPr>
            <a:lvl7pPr algn="l">
              <a:defRPr sz="1725" b="1">
                <a:solidFill>
                  <a:srgbClr val="24324B"/>
                </a:solidFill>
              </a:defRPr>
            </a:lvl7pPr>
            <a:lvl8pPr algn="l">
              <a:defRPr sz="1725" b="1">
                <a:solidFill>
                  <a:srgbClr val="24324B"/>
                </a:solidFill>
              </a:defRPr>
            </a:lvl8pPr>
            <a:lvl9pPr algn="l">
              <a:defRPr sz="172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324B"/>
                </a:solidFill>
              </a:defRPr>
            </a:pPr>
            <a:r>
              <a:rPr sz="1725" b="1">
                <a:solidFill>
                  <a:srgbClr val="24324B"/>
                </a:solidFill>
              </a:rPr>
              <a:t>낙상 이벤트 발생 시 휴대폰 알림 수신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D3947-E118-4B21-B203-BAE42F05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0958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D6E66"/>
                </a:solidFill>
              </a:defRPr>
            </a:defPPr>
            <a:lvl1pPr algn="l">
              <a:defRPr sz="1500" b="1">
                <a:solidFill>
                  <a:srgbClr val="0D6E66"/>
                </a:solidFill>
              </a:defRPr>
            </a:lvl1pPr>
            <a:lvl2pPr algn="l">
              <a:defRPr sz="1500" b="1">
                <a:solidFill>
                  <a:srgbClr val="0D6E66"/>
                </a:solidFill>
              </a:defRPr>
            </a:lvl2pPr>
            <a:lvl3pPr algn="l">
              <a:defRPr sz="1500" b="1">
                <a:solidFill>
                  <a:srgbClr val="0D6E66"/>
                </a:solidFill>
              </a:defRPr>
            </a:lvl3pPr>
            <a:lvl4pPr algn="l">
              <a:defRPr sz="1500" b="1">
                <a:solidFill>
                  <a:srgbClr val="0D6E66"/>
                </a:solidFill>
              </a:defRPr>
            </a:lvl4pPr>
            <a:lvl5pPr algn="l">
              <a:defRPr sz="1500" b="1">
                <a:solidFill>
                  <a:srgbClr val="0D6E66"/>
                </a:solidFill>
              </a:defRPr>
            </a:lvl5pPr>
            <a:lvl6pPr algn="l">
              <a:defRPr sz="1500" b="1">
                <a:solidFill>
                  <a:srgbClr val="0D6E66"/>
                </a:solidFill>
              </a:defRPr>
            </a:lvl6pPr>
            <a:lvl7pPr algn="l">
              <a:defRPr sz="1500" b="1">
                <a:solidFill>
                  <a:srgbClr val="0D6E66"/>
                </a:solidFill>
              </a:defRPr>
            </a:lvl7pPr>
            <a:lvl8pPr algn="l">
              <a:defRPr sz="1500" b="1">
                <a:solidFill>
                  <a:srgbClr val="0D6E66"/>
                </a:solidFill>
              </a:defRPr>
            </a:lvl8pPr>
            <a:lvl9pPr algn="l">
              <a:defRPr sz="15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D6E66"/>
                </a:solidFill>
              </a:defRPr>
            </a:pPr>
            <a:r>
              <a:rPr sz="1500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CDDF5-8BAC-454C-8BF0-83AA20EF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57775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이벤트 영상과 현재 화면을 확인하고 AI에 질문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085D8-07D9-4F5C-8503-6B683710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864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653"/>
                </a:solidFill>
              </a:defRPr>
            </a:defPPr>
            <a:lvl1pPr algn="l">
              <a:defRPr sz="1650" b="1">
                <a:solidFill>
                  <a:srgbClr val="172653"/>
                </a:solidFill>
              </a:defRPr>
            </a:lvl1pPr>
            <a:lvl2pPr algn="l">
              <a:defRPr sz="1650" b="1">
                <a:solidFill>
                  <a:srgbClr val="172653"/>
                </a:solidFill>
              </a:defRPr>
            </a:lvl2pPr>
            <a:lvl3pPr algn="l">
              <a:defRPr sz="1650" b="1">
                <a:solidFill>
                  <a:srgbClr val="172653"/>
                </a:solidFill>
              </a:defRPr>
            </a:lvl3pPr>
            <a:lvl4pPr algn="l">
              <a:defRPr sz="1650" b="1">
                <a:solidFill>
                  <a:srgbClr val="172653"/>
                </a:solidFill>
              </a:defRPr>
            </a:lvl4pPr>
            <a:lvl5pPr algn="l">
              <a:defRPr sz="1650" b="1">
                <a:solidFill>
                  <a:srgbClr val="172653"/>
                </a:solidFill>
              </a:defRPr>
            </a:lvl5pPr>
            <a:lvl6pPr algn="l">
              <a:defRPr sz="1650" b="1">
                <a:solidFill>
                  <a:srgbClr val="172653"/>
                </a:solidFill>
              </a:defRPr>
            </a:lvl6pPr>
            <a:lvl7pPr algn="l">
              <a:defRPr sz="1650" b="1">
                <a:solidFill>
                  <a:srgbClr val="172653"/>
                </a:solidFill>
              </a:defRPr>
            </a:lvl7pPr>
            <a:lvl8pPr algn="l">
              <a:defRPr sz="1650" b="1">
                <a:solidFill>
                  <a:srgbClr val="172653"/>
                </a:solidFill>
              </a:defRPr>
            </a:lvl8pPr>
            <a:lvl9pPr algn="l">
              <a:defRPr sz="165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653"/>
                </a:solidFill>
              </a:defRPr>
            </a:pPr>
            <a:r>
              <a:rPr sz="1650" b="1">
                <a:solidFill>
                  <a:srgbClr val="172653"/>
                </a:solidFill>
              </a:rPr>
              <a:t>“방금 무슨 일이 있었어?”</a:t>
            </a:r>
          </a:p>
        </p:txBody>
      </p:sp>
      <p:sp>
        <p:nvSpPr>
          <p:cNvPr id="21" name="scenario-02-accent">
            <a:extLst xmlns:a="http://schemas.openxmlformats.org/drawingml/2006/main">
              <a:ext uri="{FF2B5EF4-FFF2-40B4-BE49-F238E27FC236}">
                <a16:creationId xmlns:a16="http://schemas.microsoft.com/office/drawing/2014/main" id="{1357CE24-4C39-495C-8F0C-127DDF74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2935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enario-02">
            <a:extLst xmlns:a="http://schemas.openxmlformats.org/drawingml/2006/main">
              <a:ext uri="{FF2B5EF4-FFF2-40B4-BE49-F238E27FC236}">
                <a16:creationId xmlns:a16="http://schemas.microsoft.com/office/drawing/2014/main" id="{C8C53057-51E8-4E66-B9C3-3673056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229350"/>
            <a:ext cx="110013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4E04B-8FC1-43AF-AE7F-5C805391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496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877D"/>
                </a:solidFill>
              </a:defRPr>
            </a:defPPr>
            <a:lvl1pPr algn="l">
              <a:defRPr sz="1650" b="1">
                <a:solidFill>
                  <a:srgbClr val="16877D"/>
                </a:solidFill>
              </a:defRPr>
            </a:lvl1pPr>
            <a:lvl2pPr algn="l">
              <a:defRPr sz="1650" b="1">
                <a:solidFill>
                  <a:srgbClr val="16877D"/>
                </a:solidFill>
              </a:defRPr>
            </a:lvl2pPr>
            <a:lvl3pPr algn="l">
              <a:defRPr sz="1650" b="1">
                <a:solidFill>
                  <a:srgbClr val="16877D"/>
                </a:solidFill>
              </a:defRPr>
            </a:lvl3pPr>
            <a:lvl4pPr algn="l">
              <a:defRPr sz="1650" b="1">
                <a:solidFill>
                  <a:srgbClr val="16877D"/>
                </a:solidFill>
              </a:defRPr>
            </a:lvl4pPr>
            <a:lvl5pPr algn="l">
              <a:defRPr sz="1650" b="1">
                <a:solidFill>
                  <a:srgbClr val="16877D"/>
                </a:solidFill>
              </a:defRPr>
            </a:lvl5pPr>
            <a:lvl6pPr algn="l">
              <a:defRPr sz="1650" b="1">
                <a:solidFill>
                  <a:srgbClr val="16877D"/>
                </a:solidFill>
              </a:defRPr>
            </a:lvl6pPr>
            <a:lvl7pPr algn="l">
              <a:defRPr sz="1650" b="1">
                <a:solidFill>
                  <a:srgbClr val="16877D"/>
                </a:solidFill>
              </a:defRPr>
            </a:lvl7pPr>
            <a:lvl8pPr algn="l">
              <a:defRPr sz="1650" b="1">
                <a:solidFill>
                  <a:srgbClr val="16877D"/>
                </a:solidFill>
              </a:defRPr>
            </a:lvl8pPr>
            <a:lvl9pPr algn="l">
              <a:defRPr sz="1650" b="1">
                <a:solidFill>
                  <a:srgbClr val="16877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77D"/>
                </a:solidFill>
              </a:defRPr>
            </a:pPr>
            <a:r>
              <a:rPr sz="1650" b="1">
                <a:solidFill>
                  <a:srgbClr val="16877D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8FFB4-8CF8-4CD1-AF36-78313681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64198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172653"/>
                </a:solidFill>
              </a:defRPr>
            </a:defPPr>
            <a:lvl1pPr algn="l">
              <a:defRPr sz="2325" b="1">
                <a:solidFill>
                  <a:srgbClr val="172653"/>
                </a:solidFill>
              </a:defRPr>
            </a:lvl1pPr>
            <a:lvl2pPr algn="l">
              <a:defRPr sz="2325" b="1">
                <a:solidFill>
                  <a:srgbClr val="172653"/>
                </a:solidFill>
              </a:defRPr>
            </a:lvl2pPr>
            <a:lvl3pPr algn="l">
              <a:defRPr sz="2325" b="1">
                <a:solidFill>
                  <a:srgbClr val="172653"/>
                </a:solidFill>
              </a:defRPr>
            </a:lvl3pPr>
            <a:lvl4pPr algn="l">
              <a:defRPr sz="2325" b="1">
                <a:solidFill>
                  <a:srgbClr val="172653"/>
                </a:solidFill>
              </a:defRPr>
            </a:lvl4pPr>
            <a:lvl5pPr algn="l">
              <a:defRPr sz="2325" b="1">
                <a:solidFill>
                  <a:srgbClr val="172653"/>
                </a:solidFill>
              </a:defRPr>
            </a:lvl5pPr>
            <a:lvl6pPr algn="l">
              <a:defRPr sz="2325" b="1">
                <a:solidFill>
                  <a:srgbClr val="172653"/>
                </a:solidFill>
              </a:defRPr>
            </a:lvl6pPr>
            <a:lvl7pPr algn="l">
              <a:defRPr sz="2325" b="1">
                <a:solidFill>
                  <a:srgbClr val="172653"/>
                </a:solidFill>
              </a:defRPr>
            </a:lvl7pPr>
            <a:lvl8pPr algn="l">
              <a:defRPr sz="2325" b="1">
                <a:solidFill>
                  <a:srgbClr val="172653"/>
                </a:solidFill>
              </a:defRPr>
            </a:lvl8pPr>
            <a:lvl9pPr algn="l">
              <a:defRPr sz="2325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653"/>
                </a:solidFill>
              </a:defRPr>
            </a:pPr>
            <a:r>
              <a:rPr sz="2325" b="1">
                <a:solidFill>
                  <a:srgbClr val="172653"/>
                </a:solidFill>
              </a:rPr>
              <a:t>베이비시터와 아이가 있는 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483D6-FE60-4AAE-B9F8-8FA00166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067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667085"/>
                </a:solidFill>
              </a:defRPr>
            </a:defPPr>
            <a:lvl1pPr algn="l">
              <a:defRPr sz="1500" b="1">
                <a:solidFill>
                  <a:srgbClr val="667085"/>
                </a:solidFill>
              </a:defRPr>
            </a:lvl1pPr>
            <a:lvl2pPr algn="l">
              <a:defRPr sz="1500" b="1">
                <a:solidFill>
                  <a:srgbClr val="667085"/>
                </a:solidFill>
              </a:defRPr>
            </a:lvl2pPr>
            <a:lvl3pPr algn="l">
              <a:defRPr sz="1500" b="1">
                <a:solidFill>
                  <a:srgbClr val="667085"/>
                </a:solidFill>
              </a:defRPr>
            </a:lvl3pPr>
            <a:lvl4pPr algn="l">
              <a:defRPr sz="1500" b="1">
                <a:solidFill>
                  <a:srgbClr val="667085"/>
                </a:solidFill>
              </a:defRPr>
            </a:lvl4pPr>
            <a:lvl5pPr algn="l">
              <a:defRPr sz="1500" b="1">
                <a:solidFill>
                  <a:srgbClr val="667085"/>
                </a:solidFill>
              </a:defRPr>
            </a:lvl5pPr>
            <a:lvl6pPr algn="l">
              <a:defRPr sz="1500" b="1">
                <a:solidFill>
                  <a:srgbClr val="667085"/>
                </a:solidFill>
              </a:defRPr>
            </a:lvl6pPr>
            <a:lvl7pPr algn="l">
              <a:defRPr sz="1500" b="1">
                <a:solidFill>
                  <a:srgbClr val="667085"/>
                </a:solidFill>
              </a:defRPr>
            </a:lvl7pPr>
            <a:lvl8pPr algn="l">
              <a:defRPr sz="1500" b="1">
                <a:solidFill>
                  <a:srgbClr val="667085"/>
                </a:solidFill>
              </a:defRPr>
            </a:lvl8pPr>
            <a:lvl9pPr algn="l">
              <a:defRPr sz="150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667085"/>
                </a:solidFill>
              </a:defRPr>
            </a:pPr>
            <a:r>
              <a:rPr sz="1500" b="1">
                <a:solidFill>
                  <a:srgbClr val="667085"/>
                </a:solidFill>
              </a:rPr>
              <a:t>상황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2BD9B-1C53-461C-A761-7969E444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02945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맞벌이 부모가 외출하고 베이비시터가 아이를 돌보는 상황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68D34-532B-4839-B91D-3C692DA2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5628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C021B6-4912-4B5E-9E87-39937776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734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16877D"/>
                </a:solidFill>
              </a:defRPr>
            </a:defPPr>
            <a:lvl1pPr algn="l">
              <a:defRPr sz="1500" b="1">
                <a:solidFill>
                  <a:srgbClr val="16877D"/>
                </a:solidFill>
              </a:defRPr>
            </a:lvl1pPr>
            <a:lvl2pPr algn="l">
              <a:defRPr sz="1500" b="1">
                <a:solidFill>
                  <a:srgbClr val="16877D"/>
                </a:solidFill>
              </a:defRPr>
            </a:lvl2pPr>
            <a:lvl3pPr algn="l">
              <a:defRPr sz="1500" b="1">
                <a:solidFill>
                  <a:srgbClr val="16877D"/>
                </a:solidFill>
              </a:defRPr>
            </a:lvl3pPr>
            <a:lvl4pPr algn="l">
              <a:defRPr sz="1500" b="1">
                <a:solidFill>
                  <a:srgbClr val="16877D"/>
                </a:solidFill>
              </a:defRPr>
            </a:lvl4pPr>
            <a:lvl5pPr algn="l">
              <a:defRPr sz="1500" b="1">
                <a:solidFill>
                  <a:srgbClr val="16877D"/>
                </a:solidFill>
              </a:defRPr>
            </a:lvl5pPr>
            <a:lvl6pPr algn="l">
              <a:defRPr sz="1500" b="1">
                <a:solidFill>
                  <a:srgbClr val="16877D"/>
                </a:solidFill>
              </a:defRPr>
            </a:lvl6pPr>
            <a:lvl7pPr algn="l">
              <a:defRPr sz="1500" b="1">
                <a:solidFill>
                  <a:srgbClr val="16877D"/>
                </a:solidFill>
              </a:defRPr>
            </a:lvl7pPr>
            <a:lvl8pPr algn="l">
              <a:defRPr sz="1500" b="1">
                <a:solidFill>
                  <a:srgbClr val="16877D"/>
                </a:solidFill>
              </a:defRPr>
            </a:lvl8pPr>
            <a:lvl9pPr algn="l">
              <a:defRPr sz="1500" b="1">
                <a:solidFill>
                  <a:srgbClr val="16877D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6877D"/>
                </a:solidFill>
              </a:defRPr>
            </a:pPr>
            <a:r>
              <a:rPr sz="1500" b="1">
                <a:solidFill>
                  <a:srgbClr val="16877D"/>
                </a:solidFill>
              </a:rPr>
              <a:t>알림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7F957-1910-43CF-B004-FA4C8950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96200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>
                <a:solidFill>
                  <a:srgbClr val="24324B"/>
                </a:solidFill>
              </a:defRPr>
            </a:defPPr>
            <a:lvl1pPr algn="l">
              <a:defRPr sz="1725" b="1">
                <a:solidFill>
                  <a:srgbClr val="24324B"/>
                </a:solidFill>
              </a:defRPr>
            </a:lvl1pPr>
            <a:lvl2pPr algn="l">
              <a:defRPr sz="1725" b="1">
                <a:solidFill>
                  <a:srgbClr val="24324B"/>
                </a:solidFill>
              </a:defRPr>
            </a:lvl2pPr>
            <a:lvl3pPr algn="l">
              <a:defRPr sz="1725" b="1">
                <a:solidFill>
                  <a:srgbClr val="24324B"/>
                </a:solidFill>
              </a:defRPr>
            </a:lvl3pPr>
            <a:lvl4pPr algn="l">
              <a:defRPr sz="1725" b="1">
                <a:solidFill>
                  <a:srgbClr val="24324B"/>
                </a:solidFill>
              </a:defRPr>
            </a:lvl4pPr>
            <a:lvl5pPr algn="l">
              <a:defRPr sz="1725" b="1">
                <a:solidFill>
                  <a:srgbClr val="24324B"/>
                </a:solidFill>
              </a:defRPr>
            </a:lvl5pPr>
            <a:lvl6pPr algn="l">
              <a:defRPr sz="1725" b="1">
                <a:solidFill>
                  <a:srgbClr val="24324B"/>
                </a:solidFill>
              </a:defRPr>
            </a:lvl6pPr>
            <a:lvl7pPr algn="l">
              <a:defRPr sz="1725" b="1">
                <a:solidFill>
                  <a:srgbClr val="24324B"/>
                </a:solidFill>
              </a:defRPr>
            </a:lvl7pPr>
            <a:lvl8pPr algn="l">
              <a:defRPr sz="1725" b="1">
                <a:solidFill>
                  <a:srgbClr val="24324B"/>
                </a:solidFill>
              </a:defRPr>
            </a:lvl8pPr>
            <a:lvl9pPr algn="l">
              <a:defRPr sz="172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324B"/>
                </a:solidFill>
              </a:defRPr>
            </a:pPr>
            <a:r>
              <a:rPr sz="1725" b="1">
                <a:solidFill>
                  <a:srgbClr val="24324B"/>
                </a:solidFill>
              </a:rPr>
              <a:t>아이 울음소리 이벤트 발생 시 휴대폰 알림 수신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FDC54C-67E2-443E-AD7A-5902EEC9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1819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0D6E66"/>
                </a:solidFill>
              </a:defRPr>
            </a:defPPr>
            <a:lvl1pPr algn="l">
              <a:defRPr sz="1500" b="1">
                <a:solidFill>
                  <a:srgbClr val="0D6E66"/>
                </a:solidFill>
              </a:defRPr>
            </a:lvl1pPr>
            <a:lvl2pPr algn="l">
              <a:defRPr sz="1500" b="1">
                <a:solidFill>
                  <a:srgbClr val="0D6E66"/>
                </a:solidFill>
              </a:defRPr>
            </a:lvl2pPr>
            <a:lvl3pPr algn="l">
              <a:defRPr sz="1500" b="1">
                <a:solidFill>
                  <a:srgbClr val="0D6E66"/>
                </a:solidFill>
              </a:defRPr>
            </a:lvl3pPr>
            <a:lvl4pPr algn="l">
              <a:defRPr sz="1500" b="1">
                <a:solidFill>
                  <a:srgbClr val="0D6E66"/>
                </a:solidFill>
              </a:defRPr>
            </a:lvl4pPr>
            <a:lvl5pPr algn="l">
              <a:defRPr sz="1500" b="1">
                <a:solidFill>
                  <a:srgbClr val="0D6E66"/>
                </a:solidFill>
              </a:defRPr>
            </a:lvl5pPr>
            <a:lvl6pPr algn="l">
              <a:defRPr sz="1500" b="1">
                <a:solidFill>
                  <a:srgbClr val="0D6E66"/>
                </a:solidFill>
              </a:defRPr>
            </a:lvl6pPr>
            <a:lvl7pPr algn="l">
              <a:defRPr sz="1500" b="1">
                <a:solidFill>
                  <a:srgbClr val="0D6E66"/>
                </a:solidFill>
              </a:defRPr>
            </a:lvl7pPr>
            <a:lvl8pPr algn="l">
              <a:defRPr sz="1500" b="1">
                <a:solidFill>
                  <a:srgbClr val="0D6E66"/>
                </a:solidFill>
              </a:defRPr>
            </a:lvl8pPr>
            <a:lvl9pPr algn="l">
              <a:defRPr sz="15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D6E66"/>
                </a:solidFill>
              </a:defRPr>
            </a:pPr>
            <a:r>
              <a:rPr sz="1500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7F9668-2585-4805-BE37-50E21328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143875"/>
            <a:ext cx="890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저장된 소리 이벤트와 현재 화면을 확인하고 AI에 질문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6FB037-9539-44D6-8AA8-E1239EF1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725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653"/>
                </a:solidFill>
              </a:defRPr>
            </a:defPPr>
            <a:lvl1pPr algn="l">
              <a:defRPr sz="1650" b="1">
                <a:solidFill>
                  <a:srgbClr val="172653"/>
                </a:solidFill>
              </a:defRPr>
            </a:lvl1pPr>
            <a:lvl2pPr algn="l">
              <a:defRPr sz="1650" b="1">
                <a:solidFill>
                  <a:srgbClr val="172653"/>
                </a:solidFill>
              </a:defRPr>
            </a:lvl2pPr>
            <a:lvl3pPr algn="l">
              <a:defRPr sz="1650" b="1">
                <a:solidFill>
                  <a:srgbClr val="172653"/>
                </a:solidFill>
              </a:defRPr>
            </a:lvl3pPr>
            <a:lvl4pPr algn="l">
              <a:defRPr sz="1650" b="1">
                <a:solidFill>
                  <a:srgbClr val="172653"/>
                </a:solidFill>
              </a:defRPr>
            </a:lvl4pPr>
            <a:lvl5pPr algn="l">
              <a:defRPr sz="1650" b="1">
                <a:solidFill>
                  <a:srgbClr val="172653"/>
                </a:solidFill>
              </a:defRPr>
            </a:lvl5pPr>
            <a:lvl6pPr algn="l">
              <a:defRPr sz="1650" b="1">
                <a:solidFill>
                  <a:srgbClr val="172653"/>
                </a:solidFill>
              </a:defRPr>
            </a:lvl6pPr>
            <a:lvl7pPr algn="l">
              <a:defRPr sz="1650" b="1">
                <a:solidFill>
                  <a:srgbClr val="172653"/>
                </a:solidFill>
              </a:defRPr>
            </a:lvl7pPr>
            <a:lvl8pPr algn="l">
              <a:defRPr sz="1650" b="1">
                <a:solidFill>
                  <a:srgbClr val="172653"/>
                </a:solidFill>
              </a:defRPr>
            </a:lvl8pPr>
            <a:lvl9pPr algn="l">
              <a:defRPr sz="165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653"/>
                </a:solidFill>
              </a:defRPr>
            </a:pPr>
            <a:r>
              <a:rPr sz="1650" b="1">
                <a:solidFill>
                  <a:srgbClr val="172653"/>
                </a:solidFill>
              </a:rPr>
              <a:t>“아이 울음 이후 상황을 알려줘”</a:t>
            </a:r>
          </a:p>
        </p:txBody>
      </p:sp>
      <p:sp>
        <p:nvSpPr>
          <p:cNvPr id="33" name="ai-chat-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B21B090F-DDC3-44BB-9C26-07F88091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43250"/>
            <a:ext cx="6524625" cy="5867400"/>
          </a:xfrm>
          <a:prstGeom xmlns:a="http://schemas.openxmlformats.org/drawingml/2006/main" prst="roundRect">
            <a:avLst>
              <a:gd name="adj" fmla="val 129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17265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B2A52F-7C16-421F-9C79-66191010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524250"/>
            <a:ext cx="5724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325" b="1">
                <a:solidFill>
                  <a:srgbClr val="172653"/>
                </a:solidFill>
              </a:defRPr>
            </a:defPPr>
            <a:lvl1pPr algn="ctr">
              <a:defRPr sz="2325" b="1">
                <a:solidFill>
                  <a:srgbClr val="172653"/>
                </a:solidFill>
              </a:defRPr>
            </a:lvl1pPr>
            <a:lvl2pPr algn="ctr">
              <a:defRPr sz="2325" b="1">
                <a:solidFill>
                  <a:srgbClr val="172653"/>
                </a:solidFill>
              </a:defRPr>
            </a:lvl2pPr>
            <a:lvl3pPr algn="ctr">
              <a:defRPr sz="2325" b="1">
                <a:solidFill>
                  <a:srgbClr val="172653"/>
                </a:solidFill>
              </a:defRPr>
            </a:lvl3pPr>
            <a:lvl4pPr algn="ctr">
              <a:defRPr sz="2325" b="1">
                <a:solidFill>
                  <a:srgbClr val="172653"/>
                </a:solidFill>
              </a:defRPr>
            </a:lvl4pPr>
            <a:lvl5pPr algn="ctr">
              <a:defRPr sz="2325" b="1">
                <a:solidFill>
                  <a:srgbClr val="172653"/>
                </a:solidFill>
              </a:defRPr>
            </a:lvl5pPr>
            <a:lvl6pPr algn="ctr">
              <a:defRPr sz="2325" b="1">
                <a:solidFill>
                  <a:srgbClr val="172653"/>
                </a:solidFill>
              </a:defRPr>
            </a:lvl6pPr>
            <a:lvl7pPr algn="ctr">
              <a:defRPr sz="2325" b="1">
                <a:solidFill>
                  <a:srgbClr val="172653"/>
                </a:solidFill>
              </a:defRPr>
            </a:lvl7pPr>
            <a:lvl8pPr algn="ctr">
              <a:defRPr sz="2325" b="1">
                <a:solidFill>
                  <a:srgbClr val="172653"/>
                </a:solidFill>
              </a:defRPr>
            </a:lvl8pPr>
            <a:lvl9pPr algn="ctr">
              <a:defRPr sz="2325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72653"/>
                </a:solidFill>
              </a:defRPr>
            </a:pPr>
            <a:r>
              <a:rPr sz="2325" b="1">
                <a:solidFill>
                  <a:srgbClr val="172653"/>
                </a:solidFill>
              </a:rPr>
              <a:t>AI 대화 화면</a:t>
            </a:r>
          </a:p>
        </p:txBody>
      </p:sp>
      <p:sp>
        <p:nvSpPr>
          <p:cNvPr id="35" name="screenshot-drop-zone">
            <a:extLst xmlns:a="http://schemas.openxmlformats.org/drawingml/2006/main">
              <a:ext uri="{FF2B5EF4-FFF2-40B4-BE49-F238E27FC236}">
                <a16:creationId xmlns:a16="http://schemas.microsoft.com/office/drawing/2014/main" id="{728B898C-C15D-452C-A531-1ECF94D0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352925"/>
            <a:ext cx="484822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D51C01-E30D-4EFF-A2FD-4F1CB261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143500"/>
            <a:ext cx="4276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667085"/>
                </a:solidFill>
              </a:defRPr>
            </a:defPPr>
            <a:lvl1pPr algn="ctr">
              <a:defRPr sz="2250" b="1">
                <a:solidFill>
                  <a:srgbClr val="667085"/>
                </a:solidFill>
              </a:defRPr>
            </a:lvl1pPr>
            <a:lvl2pPr algn="ctr">
              <a:defRPr sz="2250" b="1">
                <a:solidFill>
                  <a:srgbClr val="667085"/>
                </a:solidFill>
              </a:defRPr>
            </a:lvl2pPr>
            <a:lvl3pPr algn="ctr">
              <a:defRPr sz="2250" b="1">
                <a:solidFill>
                  <a:srgbClr val="667085"/>
                </a:solidFill>
              </a:defRPr>
            </a:lvl3pPr>
            <a:lvl4pPr algn="ctr">
              <a:defRPr sz="2250" b="1">
                <a:solidFill>
                  <a:srgbClr val="667085"/>
                </a:solidFill>
              </a:defRPr>
            </a:lvl4pPr>
            <a:lvl5pPr algn="ctr">
              <a:defRPr sz="2250" b="1">
                <a:solidFill>
                  <a:srgbClr val="667085"/>
                </a:solidFill>
              </a:defRPr>
            </a:lvl5pPr>
            <a:lvl6pPr algn="ctr">
              <a:defRPr sz="2250" b="1">
                <a:solidFill>
                  <a:srgbClr val="667085"/>
                </a:solidFill>
              </a:defRPr>
            </a:lvl6pPr>
            <a:lvl7pPr algn="ctr">
              <a:defRPr sz="2250" b="1">
                <a:solidFill>
                  <a:srgbClr val="667085"/>
                </a:solidFill>
              </a:defRPr>
            </a:lvl7pPr>
            <a:lvl8pPr algn="ctr">
              <a:defRPr sz="2250" b="1">
                <a:solidFill>
                  <a:srgbClr val="667085"/>
                </a:solidFill>
              </a:defRPr>
            </a:lvl8pPr>
            <a:lvl9pPr algn="ctr">
              <a:defRPr sz="2250" b="1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실제 앱 화면</a:t>
            </a:r>
          </a:p>
          <a:p xmlns:a="http://schemas.openxmlformats.org/drawingml/2006/main">
            <a:pPr algn="ctr">
              <a:defRPr sz="2250" b="1">
                <a:solidFill>
                  <a:srgbClr val="667085"/>
                </a:solidFill>
              </a:defRPr>
            </a:pPr>
            <a:r>
              <a:rPr sz="2250" b="1">
                <a:solidFill>
                  <a:srgbClr val="667085"/>
                </a:solidFill>
              </a:rPr>
              <a:t>캡처 삽입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F2C1DB-62DB-4CB0-892B-196FA6B6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7353300"/>
            <a:ext cx="4391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447CD7-9A3B-4C4D-8496-95FF3751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7152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725" b="1">
                <a:solidFill>
                  <a:srgbClr val="0D6E66"/>
                </a:solidFill>
              </a:defRPr>
            </a:defPPr>
            <a:lvl1pPr algn="ctr">
              <a:defRPr sz="1725" b="1">
                <a:solidFill>
                  <a:srgbClr val="0D6E66"/>
                </a:solidFill>
              </a:defRPr>
            </a:lvl1pPr>
            <a:lvl2pPr algn="ctr">
              <a:defRPr sz="1725" b="1">
                <a:solidFill>
                  <a:srgbClr val="0D6E66"/>
                </a:solidFill>
              </a:defRPr>
            </a:lvl2pPr>
            <a:lvl3pPr algn="ctr">
              <a:defRPr sz="1725" b="1">
                <a:solidFill>
                  <a:srgbClr val="0D6E66"/>
                </a:solidFill>
              </a:defRPr>
            </a:lvl3pPr>
            <a:lvl4pPr algn="ctr">
              <a:defRPr sz="1725" b="1">
                <a:solidFill>
                  <a:srgbClr val="0D6E66"/>
                </a:solidFill>
              </a:defRPr>
            </a:lvl4pPr>
            <a:lvl5pPr algn="ctr">
              <a:defRPr sz="1725" b="1">
                <a:solidFill>
                  <a:srgbClr val="0D6E66"/>
                </a:solidFill>
              </a:defRPr>
            </a:lvl5pPr>
            <a:lvl6pPr algn="ctr">
              <a:defRPr sz="1725" b="1">
                <a:solidFill>
                  <a:srgbClr val="0D6E66"/>
                </a:solidFill>
              </a:defRPr>
            </a:lvl6pPr>
            <a:lvl7pPr algn="ctr">
              <a:defRPr sz="1725" b="1">
                <a:solidFill>
                  <a:srgbClr val="0D6E66"/>
                </a:solidFill>
              </a:defRPr>
            </a:lvl7pPr>
            <a:lvl8pPr algn="ctr">
              <a:defRPr sz="1725" b="1">
                <a:solidFill>
                  <a:srgbClr val="0D6E66"/>
                </a:solidFill>
              </a:defRPr>
            </a:lvl8pPr>
            <a:lvl9pPr algn="ctr">
              <a:defRPr sz="17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D6E66"/>
                </a:solidFill>
              </a:defRPr>
            </a:pPr>
            <a:r>
              <a:rPr sz="1725" b="1">
                <a:solidFill>
                  <a:srgbClr val="0D6E66"/>
                </a:solidFill>
              </a:rPr>
              <a:t>발표 전 캡처 이미지로</a:t>
            </a:r>
          </a:p>
          <a:p xmlns:a="http://schemas.openxmlformats.org/drawingml/2006/main">
            <a:pPr algn="ctr">
              <a:defRPr sz="1725" b="1">
                <a:solidFill>
                  <a:srgbClr val="0D6E66"/>
                </a:solidFill>
              </a:defRPr>
            </a:pPr>
            <a:r>
              <a:rPr sz="1725" b="1">
                <a:solidFill>
                  <a:srgbClr val="0D6E66"/>
                </a:solidFill>
              </a:rPr>
              <a:t>이 영역을 교체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27287B-EAAB-4E65-8C45-D82EB9F4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477375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</a:defRPr>
            </a:defPPr>
            <a:lvl1pPr algn="l">
              <a:defRPr sz="1425" b="0">
                <a:solidFill>
                  <a:srgbClr val="667085"/>
                </a:solidFill>
              </a:defRPr>
            </a:lvl1pPr>
            <a:lvl2pPr algn="l">
              <a:defRPr sz="1425" b="0">
                <a:solidFill>
                  <a:srgbClr val="667085"/>
                </a:solidFill>
              </a:defRPr>
            </a:lvl2pPr>
            <a:lvl3pPr algn="l">
              <a:defRPr sz="1425" b="0">
                <a:solidFill>
                  <a:srgbClr val="667085"/>
                </a:solidFill>
              </a:defRPr>
            </a:lvl3pPr>
            <a:lvl4pPr algn="l">
              <a:defRPr sz="1425" b="0">
                <a:solidFill>
                  <a:srgbClr val="667085"/>
                </a:solidFill>
              </a:defRPr>
            </a:lvl4pPr>
            <a:lvl5pPr algn="l">
              <a:defRPr sz="1425" b="0">
                <a:solidFill>
                  <a:srgbClr val="667085"/>
                </a:solidFill>
              </a:defRPr>
            </a:lvl5pPr>
            <a:lvl6pPr algn="l">
              <a:defRPr sz="1425" b="0">
                <a:solidFill>
                  <a:srgbClr val="667085"/>
                </a:solidFill>
              </a:defRPr>
            </a:lvl6pPr>
            <a:lvl7pPr algn="l">
              <a:defRPr sz="1425" b="0">
                <a:solidFill>
                  <a:srgbClr val="667085"/>
                </a:solidFill>
              </a:defRPr>
            </a:lvl7pPr>
            <a:lvl8pPr algn="l">
              <a:defRPr sz="1425" b="0">
                <a:solidFill>
                  <a:srgbClr val="667085"/>
                </a:solidFill>
              </a:defRPr>
            </a:lvl8pPr>
            <a:lvl9pPr algn="l">
              <a:defRPr sz="14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7085"/>
                </a:solidFill>
              </a:defRPr>
            </a:pPr>
            <a:r>
              <a:rPr sz="1425" b="0">
                <a:solidFill>
                  <a:srgbClr val="667085"/>
                </a:solidFill>
              </a:rPr>
              <a:t>※ 시연 전 브라우저 알림 허용과 카메라 연결 상태 확인</a:t>
            </a:r>
          </a:p>
        </p:txBody>
      </p:sp>
    </p:spTree>
    <p:extLst>
      <p:ext uri="{BB962C8B-B14F-4D97-AF65-F5344CB8AC3E}">
        <p14:creationId xmlns:p14="http://schemas.microsoft.com/office/powerpoint/2010/main" val="127429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2026-10-26T00:45:17.9290000Z</dcterms:created>
  <dcterms:modified xsi:type="dcterms:W3CDTF">2026-10-26T00:45:17.9290000Z</dcterms:modified>
</coreProperties>
</file>